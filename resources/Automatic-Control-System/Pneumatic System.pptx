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9" d="100"/>
          <a:sy n="69" d="100"/>
        </p:scale>
        <p:origin x="-536" y="1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76175-8821-4261-849A-8BA0A2E7C667}" type="datetimeFigureOut">
              <a:rPr lang="en-US" smtClean="0"/>
              <a:pPr/>
              <a:t>23-Jan-21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1737-FE3A-4D27-BDA4-2639D345A9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B72F-59A6-4D21-A93E-8C32B60F3476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0D4-E9FD-475A-8A1F-507194BE26F2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A3B4-B80C-4BAA-B42A-D29C1A262EB4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6398A-DD9E-4F67-8BE8-733568981ED1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CB6B-883C-45CB-BDCC-DD8D1951F280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EB60-18E2-4B65-ADFF-243B4D3F760F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67A89-8D7C-4B77-BE3B-E3B00DE9C014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6522-51E0-4E81-8AD4-77D99CAC8BAB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17F3-CE34-42D2-8841-34156AC6B879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1D-447E-4331-BC4D-01738063DC6B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312AC-7040-4FD8-967C-B8A41408D514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SYED HASAN SAEED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214290"/>
            <a:ext cx="11675276" cy="6429420"/>
          </a:xfrm>
        </p:spPr>
        <p:txBody>
          <a:bodyPr/>
          <a:lstStyle/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</a:t>
            </a:r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hasansaeed872726549.wordpress.com</a:t>
            </a:r>
          </a:p>
          <a:p>
            <a:r>
              <a:rPr lang="en-GB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Shasansaeed.yolasite.com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57234"/>
            <a:ext cx="11617555" cy="428627"/>
          </a:xfrm>
        </p:spPr>
        <p:txBody>
          <a:bodyPr>
            <a:noAutofit/>
          </a:bodyPr>
          <a:lstStyle/>
          <a:p>
            <a:r>
              <a:rPr lang="en-GB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130" y="785794"/>
            <a:ext cx="11712781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5" y="87680"/>
            <a:ext cx="11617555" cy="428627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PNEUMATIC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4" y="571480"/>
            <a:ext cx="11631220" cy="585791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Consider the fig. (1) a source is supplying air and the air is stored in vessel.</a:t>
            </a: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</a:t>
            </a: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   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2DE9-AA53-49AD-8404-2983CAF44A4E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SYED HASAN SAEED </a:t>
            </a:r>
            <a:endParaRPr lang="en-US"/>
          </a:p>
        </p:txBody>
      </p:sp>
      <p:sp>
        <p:nvSpPr>
          <p:cNvPr id="145" name="TextBox 144"/>
          <p:cNvSpPr txBox="1"/>
          <p:nvPr/>
        </p:nvSpPr>
        <p:spPr>
          <a:xfrm>
            <a:off x="6094412" y="5572140"/>
            <a:ext cx="95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Fig.1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7" name="Group 106"/>
          <p:cNvGrpSpPr/>
          <p:nvPr/>
        </p:nvGrpSpPr>
        <p:grpSpPr>
          <a:xfrm>
            <a:off x="8475059" y="1864516"/>
            <a:ext cx="2094969" cy="3743460"/>
            <a:chOff x="2357422" y="2216141"/>
            <a:chExt cx="1643074" cy="4458123"/>
          </a:xfrm>
        </p:grpSpPr>
        <p:grpSp>
          <p:nvGrpSpPr>
            <p:cNvPr id="87" name="Group 86"/>
            <p:cNvGrpSpPr/>
            <p:nvPr/>
          </p:nvGrpSpPr>
          <p:grpSpPr>
            <a:xfrm>
              <a:off x="2357422" y="2216141"/>
              <a:ext cx="1643074" cy="3998941"/>
              <a:chOff x="2357422" y="2216141"/>
              <a:chExt cx="1643074" cy="3998941"/>
            </a:xfrm>
          </p:grpSpPr>
          <p:cxnSp>
            <p:nvCxnSpPr>
              <p:cNvPr id="63" name="Straight Connector 62"/>
              <p:cNvCxnSpPr/>
              <p:nvPr/>
            </p:nvCxnSpPr>
            <p:spPr>
              <a:xfrm rot="5400000">
                <a:off x="572266" y="4428338"/>
                <a:ext cx="35719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5" name="Group 84"/>
              <p:cNvGrpSpPr/>
              <p:nvPr/>
            </p:nvGrpSpPr>
            <p:grpSpPr>
              <a:xfrm>
                <a:off x="2357422" y="2216141"/>
                <a:ext cx="1643074" cy="1011374"/>
                <a:chOff x="2398698" y="2119304"/>
                <a:chExt cx="1143008" cy="1159066"/>
              </a:xfrm>
            </p:grpSpPr>
            <p:sp>
              <p:nvSpPr>
                <p:cNvPr id="71" name="Arc 70"/>
                <p:cNvSpPr/>
                <p:nvPr/>
              </p:nvSpPr>
              <p:spPr>
                <a:xfrm>
                  <a:off x="2424177" y="2135362"/>
                  <a:ext cx="1071570" cy="1143008"/>
                </a:xfrm>
                <a:prstGeom prst="arc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Arc 73"/>
                <p:cNvSpPr/>
                <p:nvPr/>
              </p:nvSpPr>
              <p:spPr>
                <a:xfrm rot="16200000">
                  <a:off x="2434417" y="2083585"/>
                  <a:ext cx="1071570" cy="1143008"/>
                </a:xfrm>
                <a:prstGeom prst="arc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86" name="Straight Connector 85"/>
              <p:cNvCxnSpPr/>
              <p:nvPr/>
            </p:nvCxnSpPr>
            <p:spPr>
              <a:xfrm rot="5400000">
                <a:off x="2199678" y="4448584"/>
                <a:ext cx="3472693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/>
            <p:cNvGrpSpPr/>
            <p:nvPr/>
          </p:nvGrpSpPr>
          <p:grpSpPr>
            <a:xfrm flipV="1">
              <a:off x="2357422" y="5676630"/>
              <a:ext cx="1643074" cy="997634"/>
              <a:chOff x="4429124" y="2317348"/>
              <a:chExt cx="1643074" cy="997634"/>
            </a:xfrm>
          </p:grpSpPr>
          <p:sp>
            <p:nvSpPr>
              <p:cNvPr id="104" name="Arc 103"/>
              <p:cNvSpPr/>
              <p:nvPr/>
            </p:nvSpPr>
            <p:spPr>
              <a:xfrm>
                <a:off x="4464311" y="2317620"/>
                <a:ext cx="1540382" cy="997362"/>
              </a:xfrm>
              <a:prstGeom prst="arc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Arc 104"/>
              <p:cNvSpPr/>
              <p:nvPr/>
            </p:nvSpPr>
            <p:spPr>
              <a:xfrm rot="16200000">
                <a:off x="4783147" y="1963325"/>
                <a:ext cx="935027" cy="1643074"/>
              </a:xfrm>
              <a:prstGeom prst="arc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0" name="Rectangle 109"/>
          <p:cNvSpPr/>
          <p:nvPr/>
        </p:nvSpPr>
        <p:spPr>
          <a:xfrm>
            <a:off x="1237894" y="4000504"/>
            <a:ext cx="3904260" cy="157163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Connector 114"/>
          <p:cNvCxnSpPr/>
          <p:nvPr/>
        </p:nvCxnSpPr>
        <p:spPr>
          <a:xfrm>
            <a:off x="5142154" y="5274910"/>
            <a:ext cx="2856776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rot="5400000" flipH="1" flipV="1">
            <a:off x="6849225" y="4131719"/>
            <a:ext cx="2286016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5142154" y="5000636"/>
            <a:ext cx="2475872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 rot="5400000" flipH="1" flipV="1">
            <a:off x="6475967" y="3863106"/>
            <a:ext cx="2286016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7992233" y="2995348"/>
            <a:ext cx="476129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>
            <a:off x="7611329" y="2724668"/>
            <a:ext cx="868574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2314059" y="4575876"/>
            <a:ext cx="1904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SOURCE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 rot="5400000" flipH="1">
            <a:off x="8789156" y="3657573"/>
            <a:ext cx="1428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VESSEL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66538" y="1142984"/>
            <a:ext cx="64753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IN" sz="22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= Pressure of air of the source N/m</a:t>
            </a:r>
            <a:r>
              <a:rPr lang="en-IN" sz="22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IN" sz="22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= Pressure of air of the source N/m</a:t>
            </a:r>
            <a:r>
              <a:rPr lang="en-IN" sz="2200" baseline="30000" dirty="0" smtClean="0">
                <a:latin typeface="Times New Roman" pitchFamily="18" charset="0"/>
                <a:cs typeface="Times New Roman" pitchFamily="18" charset="0"/>
              </a:rPr>
              <a:t>2 </a:t>
            </a:r>
          </a:p>
          <a:p>
            <a:pPr>
              <a:lnSpc>
                <a:spcPct val="150000"/>
              </a:lnSpc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∆P</a:t>
            </a:r>
            <a:r>
              <a:rPr lang="en-IN" sz="22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= Change in air pressure of source</a:t>
            </a:r>
          </a:p>
          <a:p>
            <a:pPr>
              <a:lnSpc>
                <a:spcPct val="150000"/>
              </a:lnSpc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∆P</a:t>
            </a:r>
            <a:r>
              <a:rPr lang="en-IN" sz="22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= Change in air pressure of vessel</a:t>
            </a:r>
          </a:p>
          <a:p>
            <a:pPr>
              <a:lnSpc>
                <a:spcPct val="150000"/>
              </a:lnSpc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22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2200" baseline="-25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09" y="500042"/>
            <a:ext cx="11808007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R = Resistance to air flow into the vessel, also known as pneumatic resistance.</a:t>
            </a: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 = Capacitance of the vessel.</a:t>
            </a:r>
          </a:p>
          <a:p>
            <a:pPr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q = Rate of flow of air due to the differential pressure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32215" y="2113243"/>
          <a:ext cx="11317608" cy="4357718"/>
        </p:xfrm>
        <a:graphic>
          <a:graphicData uri="http://schemas.openxmlformats.org/presentationml/2006/ole">
            <p:oleObj spid="_x0000_s2051" name="Equation" r:id="rId3" imgW="4431960" imgH="2311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09" y="86380"/>
            <a:ext cx="11808007" cy="413662"/>
          </a:xfrm>
        </p:spPr>
        <p:txBody>
          <a:bodyPr>
            <a:noAutofit/>
          </a:bodyPr>
          <a:lstStyle/>
          <a:p>
            <a:r>
              <a:rPr lang="en-IN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THERMAL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  <p:graphicFrame>
        <p:nvGraphicFramePr>
          <p:cNvPr id="10" name="Content Placeholder 9"/>
          <p:cNvGraphicFramePr>
            <a:graphicFrameLocks noChangeAspect="1"/>
          </p:cNvGraphicFramePr>
          <p:nvPr>
            <p:ph idx="1"/>
          </p:nvPr>
        </p:nvGraphicFramePr>
        <p:xfrm>
          <a:off x="1523572" y="722050"/>
          <a:ext cx="9141681" cy="5372477"/>
        </p:xfrm>
        <a:graphic>
          <a:graphicData uri="http://schemas.openxmlformats.org/presentationml/2006/ole">
            <p:oleObj spid="_x0000_s3075" name="Equation" r:id="rId3" imgW="2793960" imgH="23875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23" y="285728"/>
            <a:ext cx="11998416" cy="6143668"/>
          </a:xfrm>
        </p:spPr>
        <p:txBody>
          <a:bodyPr/>
          <a:lstStyle/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 smtClean="0"/>
          </a:p>
          <a:p>
            <a:pPr algn="ctr">
              <a:buNone/>
            </a:pPr>
            <a:endParaRPr lang="en-IN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23-Jan-21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SYED HASAN SAEED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193</Words>
  <Application>Microsoft Office PowerPoint</Application>
  <PresentationFormat>Custom</PresentationFormat>
  <Paragraphs>72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Equation</vt:lpstr>
      <vt:lpstr>Slide 1</vt:lpstr>
      <vt:lpstr>BOOKS</vt:lpstr>
      <vt:lpstr>PNEUMATIC SYSTEM</vt:lpstr>
      <vt:lpstr>THERMAL SYSTEM</vt:lpstr>
      <vt:lpstr>THERMAL SYSTEM</vt:lpstr>
      <vt:lpstr>Slide 6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syed hasan saeed</cp:lastModifiedBy>
  <cp:revision>75</cp:revision>
  <dcterms:created xsi:type="dcterms:W3CDTF">2020-04-11T12:13:45Z</dcterms:created>
  <dcterms:modified xsi:type="dcterms:W3CDTF">2021-01-23T04:34:57Z</dcterms:modified>
</cp:coreProperties>
</file>