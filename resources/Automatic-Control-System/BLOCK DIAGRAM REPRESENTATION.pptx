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279" r:id="rId2"/>
    <p:sldId id="280" r:id="rId3"/>
    <p:sldId id="276" r:id="rId4"/>
    <p:sldId id="278" r:id="rId5"/>
    <p:sldId id="257" r:id="rId6"/>
    <p:sldId id="258" r:id="rId7"/>
    <p:sldId id="259" r:id="rId8"/>
    <p:sldId id="260" r:id="rId9"/>
    <p:sldId id="261" r:id="rId10"/>
    <p:sldId id="262" r:id="rId11"/>
    <p:sldId id="263" r:id="rId12"/>
    <p:sldId id="264" r:id="rId13"/>
    <p:sldId id="307" r:id="rId14"/>
    <p:sldId id="308" r:id="rId15"/>
    <p:sldId id="265" r:id="rId16"/>
    <p:sldId id="274" r:id="rId17"/>
    <p:sldId id="266" r:id="rId18"/>
    <p:sldId id="269" r:id="rId19"/>
    <p:sldId id="267" r:id="rId20"/>
    <p:sldId id="272" r:id="rId21"/>
    <p:sldId id="270" r:id="rId22"/>
    <p:sldId id="271" r:id="rId23"/>
    <p:sldId id="273" r:id="rId24"/>
    <p:sldId id="292" r:id="rId25"/>
    <p:sldId id="291" r:id="rId26"/>
    <p:sldId id="296" r:id="rId27"/>
    <p:sldId id="293" r:id="rId28"/>
    <p:sldId id="306" r:id="rId29"/>
    <p:sldId id="287" r:id="rId30"/>
    <p:sldId id="288" r:id="rId31"/>
    <p:sldId id="286" r:id="rId32"/>
    <p:sldId id="290" r:id="rId33"/>
    <p:sldId id="281" r:id="rId34"/>
    <p:sldId id="301" r:id="rId35"/>
    <p:sldId id="300" r:id="rId36"/>
    <p:sldId id="299" r:id="rId37"/>
    <p:sldId id="302" r:id="rId38"/>
    <p:sldId id="303" r:id="rId39"/>
    <p:sldId id="298" r:id="rId40"/>
    <p:sldId id="304" r:id="rId41"/>
    <p:sldId id="305" r:id="rId42"/>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9C9"/>
    <a:srgbClr val="FF8585"/>
    <a:srgbClr val="FFFF99"/>
    <a:srgbClr val="D0EBB3"/>
    <a:srgbClr val="DAC2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9" d="100"/>
          <a:sy n="89" d="100"/>
        </p:scale>
        <p:origin x="1302" y="126"/>
      </p:cViewPr>
      <p:guideLst>
        <p:guide orient="horz" pos="2160"/>
        <p:guide pos="383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iu</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2415B5D-F244-4958-8C5B-C632C09A862B}" type="datetimeFigureOut">
              <a:rPr lang="en-US" smtClean="0"/>
              <a:pPr/>
              <a:t>6/9/2026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CBF3F0E-DC07-45A0-A984-8946B8D57418}"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iu</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D065BB-E53A-4DFB-9844-54A06E9E3C7E}" type="datetimeFigureOut">
              <a:rPr lang="en-US" smtClean="0"/>
              <a:pPr/>
              <a:t>6/9/2026</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F5D9E2-FA9C-4BD8-B6A9-B7ECEEF4B0E4}" type="slidenum">
              <a:rPr lang="en-US" smtClean="0"/>
              <a:pPr/>
              <a:t>‹#›</a:t>
            </a:fld>
            <a:endParaRPr 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a:t>iu</a:t>
            </a:r>
          </a:p>
        </p:txBody>
      </p:sp>
      <p:sp>
        <p:nvSpPr>
          <p:cNvPr id="5" name="Slide Number Placeholder 4"/>
          <p:cNvSpPr>
            <a:spLocks noGrp="1"/>
          </p:cNvSpPr>
          <p:nvPr>
            <p:ph type="sldNum" sz="quarter" idx="11"/>
          </p:nvPr>
        </p:nvSpPr>
        <p:spPr/>
        <p:txBody>
          <a:bodyPr/>
          <a:lstStyle/>
          <a:p>
            <a:fld id="{61F5D9E2-FA9C-4BD8-B6A9-B7ECEEF4B0E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8938" y="685800"/>
            <a:ext cx="6080125"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1F5D9E2-FA9C-4BD8-B6A9-B7ECEEF4B0E4}" type="slidenum">
              <a:rPr lang="en-US" smtClean="0"/>
              <a:pPr/>
              <a:t>18</a:t>
            </a:fld>
            <a:endParaRPr lang="en-US"/>
          </a:p>
        </p:txBody>
      </p:sp>
      <p:sp>
        <p:nvSpPr>
          <p:cNvPr id="5" name="Header Placeholder 4"/>
          <p:cNvSpPr>
            <a:spLocks noGrp="1"/>
          </p:cNvSpPr>
          <p:nvPr>
            <p:ph type="hdr" sz="quarter" idx="11"/>
          </p:nvPr>
        </p:nvSpPr>
        <p:spPr/>
        <p:txBody>
          <a:bodyPr/>
          <a:lstStyle/>
          <a:p>
            <a:r>
              <a:rPr lang="en-US"/>
              <a:t>iu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2138" y="2130426"/>
            <a:ext cx="10337562" cy="1470025"/>
          </a:xfrm>
        </p:spPr>
        <p:txBody>
          <a:bodyPr/>
          <a:lstStyle/>
          <a:p>
            <a:r>
              <a:rPr lang="en-US"/>
              <a:t>Click to edit Master title style</a:t>
            </a:r>
          </a:p>
        </p:txBody>
      </p:sp>
      <p:sp>
        <p:nvSpPr>
          <p:cNvPr id="3" name="Subtitle 2"/>
          <p:cNvSpPr>
            <a:spLocks noGrp="1"/>
          </p:cNvSpPr>
          <p:nvPr>
            <p:ph type="subTitle" idx="1"/>
          </p:nvPr>
        </p:nvSpPr>
        <p:spPr>
          <a:xfrm>
            <a:off x="1824276" y="3886200"/>
            <a:ext cx="851328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CA36B6E-180E-4D2D-8CF2-2D8DB650A0EA}" type="datetime1">
              <a:rPr lang="en-US" smtClean="0"/>
              <a:pPr/>
              <a:t>6/9/2026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8C082A-010F-4A03-A201-C0F865B34439}" type="datetime1">
              <a:rPr lang="en-US" smtClean="0"/>
              <a:pPr/>
              <a:t>6/9/2026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0702" y="4406901"/>
            <a:ext cx="10337562"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0702" y="2906713"/>
            <a:ext cx="1033756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1CD807-60EC-4B31-BA6A-BBAE7883D754}" type="datetime1">
              <a:rPr lang="en-US" smtClean="0"/>
              <a:pPr/>
              <a:t>6/9/2026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8092" y="1600201"/>
            <a:ext cx="53714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268" y="1600201"/>
            <a:ext cx="53714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E2E534B-ACCE-4710-9A8B-9879BADB4BF4}" type="datetime1">
              <a:rPr lang="en-US" smtClean="0"/>
              <a:pPr/>
              <a:t>6/9/2026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8092" y="1535113"/>
            <a:ext cx="537359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8092" y="2174875"/>
            <a:ext cx="537359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8046" y="1535113"/>
            <a:ext cx="537570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8046" y="2174875"/>
            <a:ext cx="537570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DFD93A8-300C-468D-BE75-BF1801CF1518}" type="datetime1">
              <a:rPr lang="en-US" smtClean="0"/>
              <a:pPr/>
              <a:t>6/9/2026</a:t>
            </a:fld>
            <a:endParaRPr lang="en-US"/>
          </a:p>
        </p:txBody>
      </p:sp>
      <p:sp>
        <p:nvSpPr>
          <p:cNvPr id="8" name="Footer Placeholder 7"/>
          <p:cNvSpPr>
            <a:spLocks noGrp="1"/>
          </p:cNvSpPr>
          <p:nvPr>
            <p:ph type="ftr" sz="quarter" idx="11"/>
          </p:nvPr>
        </p:nvSpPr>
        <p:spPr/>
        <p:txBody>
          <a:bodyPr/>
          <a:lstStyle/>
          <a:p>
            <a:r>
              <a:rPr lang="en-US"/>
              <a:t>SYED HASAN SAEED</a:t>
            </a:r>
          </a:p>
        </p:txBody>
      </p:sp>
      <p:sp>
        <p:nvSpPr>
          <p:cNvPr id="9" name="Slide Number Placeholder 8"/>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A7595E-74A8-4F1C-AE01-5372FEB4A817}" type="datetime1">
              <a:rPr lang="en-US" smtClean="0"/>
              <a:pPr/>
              <a:t>6/9/2026</a:t>
            </a:fld>
            <a:endParaRPr lang="en-US"/>
          </a:p>
        </p:txBody>
      </p:sp>
      <p:sp>
        <p:nvSpPr>
          <p:cNvPr id="4" name="Footer Placeholder 3"/>
          <p:cNvSpPr>
            <a:spLocks noGrp="1"/>
          </p:cNvSpPr>
          <p:nvPr>
            <p:ph type="ftr" sz="quarter" idx="11"/>
          </p:nvPr>
        </p:nvSpPr>
        <p:spPr/>
        <p:txBody>
          <a:bodyPr/>
          <a:lstStyle/>
          <a:p>
            <a:r>
              <a:rPr lang="en-US"/>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4E47AA-90C5-42D1-A62C-E30CDD5E72EA}" type="datetime1">
              <a:rPr lang="en-US" smtClean="0"/>
              <a:pPr/>
              <a:t>6/9/2026</a:t>
            </a:fld>
            <a:endParaRPr lang="en-US"/>
          </a:p>
        </p:txBody>
      </p:sp>
      <p:sp>
        <p:nvSpPr>
          <p:cNvPr id="3" name="Footer Placeholder 2"/>
          <p:cNvSpPr>
            <a:spLocks noGrp="1"/>
          </p:cNvSpPr>
          <p:nvPr>
            <p:ph type="ftr" sz="quarter" idx="11"/>
          </p:nvPr>
        </p:nvSpPr>
        <p:spPr/>
        <p:txBody>
          <a:bodyPr/>
          <a:lstStyle/>
          <a:p>
            <a:r>
              <a:rPr lang="en-US"/>
              <a:t>SYED HASAN SAEED</a:t>
            </a:r>
          </a:p>
        </p:txBody>
      </p:sp>
      <p:sp>
        <p:nvSpPr>
          <p:cNvPr id="4" name="Slide Number Placeholder 3"/>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93" y="273050"/>
            <a:ext cx="4001161"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54941" y="273051"/>
            <a:ext cx="679880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8093" y="1435101"/>
            <a:ext cx="400116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386885-D955-4CDD-B995-823F22414224}" type="datetime1">
              <a:rPr lang="en-US" smtClean="0"/>
              <a:pPr/>
              <a:t>6/9/2026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3805" y="4800600"/>
            <a:ext cx="729710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3805" y="612775"/>
            <a:ext cx="729710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3805" y="5367338"/>
            <a:ext cx="729710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C8F67C-79DA-44B2-A499-8067247C70FA}" type="datetime1">
              <a:rPr lang="en-US" smtClean="0"/>
              <a:pPr/>
              <a:t>6/9/2026</a:t>
            </a:fld>
            <a:endParaRPr lang="en-US"/>
          </a:p>
        </p:txBody>
      </p:sp>
      <p:sp>
        <p:nvSpPr>
          <p:cNvPr id="6" name="Footer Placeholder 5"/>
          <p:cNvSpPr>
            <a:spLocks noGrp="1"/>
          </p:cNvSpPr>
          <p:nvPr>
            <p:ph type="ftr" sz="quarter" idx="11"/>
          </p:nvPr>
        </p:nvSpPr>
        <p:spPr/>
        <p:txBody>
          <a:bodyPr/>
          <a:lstStyle/>
          <a:p>
            <a:r>
              <a:rPr lang="en-US"/>
              <a:t>SYED HASAN SAEED</a:t>
            </a:r>
          </a:p>
        </p:txBody>
      </p:sp>
      <p:sp>
        <p:nvSpPr>
          <p:cNvPr id="7" name="Slide Number Placeholder 6"/>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2E877D-BE89-4A96-BD02-D6485BA30525}" type="datetime1">
              <a:rPr lang="en-US" smtClean="0"/>
              <a:pPr/>
              <a:t>6/9/2026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7332" y="274639"/>
            <a:ext cx="2736414"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8092" y="274639"/>
            <a:ext cx="800654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486893-5EAD-46A9-9AAC-EBCD68136A84}" type="datetime1">
              <a:rPr lang="en-US" smtClean="0"/>
              <a:pPr/>
              <a:t>6/9/2026</a:t>
            </a:fld>
            <a:endParaRPr lang="en-US"/>
          </a:p>
        </p:txBody>
      </p:sp>
      <p:sp>
        <p:nvSpPr>
          <p:cNvPr id="5" name="Footer Placeholder 4"/>
          <p:cNvSpPr>
            <a:spLocks noGrp="1"/>
          </p:cNvSpPr>
          <p:nvPr>
            <p:ph type="ftr" sz="quarter" idx="11"/>
          </p:nvPr>
        </p:nvSpPr>
        <p:spPr/>
        <p:txBody>
          <a:bodyPr/>
          <a:lstStyle/>
          <a:p>
            <a:r>
              <a:rPr lang="en-US"/>
              <a:t>SYED HASAN SAEED</a:t>
            </a:r>
          </a:p>
        </p:txBody>
      </p:sp>
      <p:sp>
        <p:nvSpPr>
          <p:cNvPr id="6" name="Slide Number Placeholder 5"/>
          <p:cNvSpPr>
            <a:spLocks noGrp="1"/>
          </p:cNvSpPr>
          <p:nvPr>
            <p:ph type="sldNum" sz="quarter" idx="12"/>
          </p:nvPr>
        </p:nvSpPr>
        <p:spPr/>
        <p:txBody>
          <a:bodyPr/>
          <a:lstStyle/>
          <a:p>
            <a:fld id="{DFFB4172-2071-4B6D-9A3C-0848A49D4C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8092" y="274638"/>
            <a:ext cx="1094565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8092" y="1600201"/>
            <a:ext cx="1094565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8092" y="6356351"/>
            <a:ext cx="283776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390571-8073-4DDB-83B5-4A239FD16064}" type="datetime1">
              <a:rPr lang="en-US" smtClean="0"/>
              <a:pPr/>
              <a:t>6/9/2026</a:t>
            </a:fld>
            <a:endParaRPr lang="en-US"/>
          </a:p>
        </p:txBody>
      </p:sp>
      <p:sp>
        <p:nvSpPr>
          <p:cNvPr id="5" name="Footer Placeholder 4"/>
          <p:cNvSpPr>
            <a:spLocks noGrp="1"/>
          </p:cNvSpPr>
          <p:nvPr>
            <p:ph type="ftr" sz="quarter" idx="3"/>
          </p:nvPr>
        </p:nvSpPr>
        <p:spPr>
          <a:xfrm>
            <a:off x="4155295" y="6356351"/>
            <a:ext cx="385124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SYED HASAN SAEED</a:t>
            </a:r>
          </a:p>
        </p:txBody>
      </p:sp>
      <p:sp>
        <p:nvSpPr>
          <p:cNvPr id="6" name="Slide Number Placeholder 5"/>
          <p:cNvSpPr>
            <a:spLocks noGrp="1"/>
          </p:cNvSpPr>
          <p:nvPr>
            <p:ph type="sldNum" sz="quarter" idx="4"/>
          </p:nvPr>
        </p:nvSpPr>
        <p:spPr>
          <a:xfrm>
            <a:off x="8715984" y="6356351"/>
            <a:ext cx="283776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FB4172-2071-4B6D-9A3C-0848A49D4CB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hasansaeedcontrol@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4.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10.wmf"/><Relationship Id="rId4" Type="http://schemas.openxmlformats.org/officeDocument/2006/relationships/oleObject" Target="../embeddings/oleObject10.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3.bin"/><Relationship Id="rId4" Type="http://schemas.openxmlformats.org/officeDocument/2006/relationships/image" Target="../media/image15.wmf"/></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85003" y="214290"/>
            <a:ext cx="11649426" cy="6429420"/>
          </a:xfrm>
        </p:spPr>
        <p:txBody>
          <a:bodyPr/>
          <a:lstStyle/>
          <a:p>
            <a:endParaRPr lang="en-GB" dirty="0">
              <a:solidFill>
                <a:srgbClr val="FF0000"/>
              </a:solidFill>
              <a:latin typeface="Times New Roman" pitchFamily="18" charset="0"/>
              <a:cs typeface="Times New Roman" pitchFamily="18" charset="0"/>
            </a:endParaRPr>
          </a:p>
          <a:p>
            <a:endParaRPr lang="en-GB" dirty="0">
              <a:solidFill>
                <a:srgbClr val="FF0000"/>
              </a:solidFill>
              <a:latin typeface="Times New Roman" pitchFamily="18" charset="0"/>
              <a:cs typeface="Times New Roman" pitchFamily="18" charset="0"/>
            </a:endParaRPr>
          </a:p>
          <a:p>
            <a:endParaRPr lang="en-GB" dirty="0">
              <a:solidFill>
                <a:srgbClr val="FF0000"/>
              </a:solidFill>
              <a:latin typeface="Times New Roman" pitchFamily="18" charset="0"/>
              <a:cs typeface="Times New Roman" pitchFamily="18" charset="0"/>
            </a:endParaRPr>
          </a:p>
          <a:p>
            <a:r>
              <a:rPr lang="en-GB" dirty="0">
                <a:solidFill>
                  <a:schemeClr val="tx1"/>
                </a:solidFill>
                <a:latin typeface="Times New Roman" pitchFamily="18" charset="0"/>
                <a:cs typeface="Times New Roman" pitchFamily="18" charset="0"/>
              </a:rPr>
              <a:t>SYED HASAN SAEED</a:t>
            </a:r>
          </a:p>
          <a:p>
            <a:endParaRPr lang="en-GB" dirty="0">
              <a:solidFill>
                <a:schemeClr val="tx1"/>
              </a:solidFill>
              <a:latin typeface="Times New Roman" pitchFamily="18" charset="0"/>
              <a:cs typeface="Times New Roman" pitchFamily="18" charset="0"/>
            </a:endParaRPr>
          </a:p>
          <a:p>
            <a:endParaRPr lang="en-GB" dirty="0">
              <a:solidFill>
                <a:schemeClr val="tx1"/>
              </a:solidFill>
              <a:latin typeface="Times New Roman" pitchFamily="18" charset="0"/>
              <a:cs typeface="Times New Roman" pitchFamily="18" charset="0"/>
            </a:endParaRPr>
          </a:p>
          <a:p>
            <a:endParaRPr lang="en-GB" dirty="0">
              <a:solidFill>
                <a:schemeClr val="tx1"/>
              </a:solidFill>
              <a:latin typeface="Times New Roman" pitchFamily="18" charset="0"/>
              <a:cs typeface="Times New Roman" pitchFamily="18" charset="0"/>
            </a:endParaRPr>
          </a:p>
          <a:p>
            <a:r>
              <a:rPr lang="en-GB" sz="2200" dirty="0">
                <a:solidFill>
                  <a:schemeClr val="tx1"/>
                </a:solidFill>
                <a:latin typeface="Times New Roman" pitchFamily="18" charset="0"/>
                <a:cs typeface="Times New Roman" pitchFamily="18" charset="0"/>
              </a:rPr>
              <a:t>Email: </a:t>
            </a:r>
            <a:r>
              <a:rPr lang="en-GB" sz="2200" dirty="0">
                <a:solidFill>
                  <a:schemeClr val="tx1"/>
                </a:solidFill>
                <a:latin typeface="Times New Roman" pitchFamily="18" charset="0"/>
                <a:cs typeface="Times New Roman" pitchFamily="18" charset="0"/>
                <a:hlinkClick r:id="rId3"/>
              </a:rPr>
              <a:t>hasansaeedcontrol@gmail.com</a:t>
            </a:r>
            <a:endParaRPr lang="en-GB" sz="2200" dirty="0">
              <a:solidFill>
                <a:schemeClr val="tx1"/>
              </a:solidFill>
              <a:latin typeface="Times New Roman" pitchFamily="18" charset="0"/>
              <a:cs typeface="Times New Roman" pitchFamily="18" charset="0"/>
            </a:endParaRPr>
          </a:p>
          <a:p>
            <a:r>
              <a:rPr lang="en-GB" sz="2200" dirty="0">
                <a:solidFill>
                  <a:schemeClr val="tx1"/>
                </a:solidFill>
                <a:latin typeface="Times New Roman" pitchFamily="18" charset="0"/>
                <a:cs typeface="Times New Roman" pitchFamily="18" charset="0"/>
              </a:rPr>
              <a:t>Web Page:</a:t>
            </a:r>
            <a:r>
              <a:rPr lang="en-GB" sz="2200" dirty="0">
                <a:solidFill>
                  <a:schemeClr val="tx1"/>
                </a:solidFill>
                <a:latin typeface="Times New Roman" pitchFamily="18" charset="0"/>
                <a:cs typeface="Times New Roman" pitchFamily="18" charset="0"/>
                <a:hlinkClick r:id="rId3"/>
              </a:rPr>
              <a:t> hasansaeed872726549.wordpress.com</a:t>
            </a:r>
          </a:p>
          <a:p>
            <a:r>
              <a:rPr lang="en-GB" sz="2200" dirty="0">
                <a:solidFill>
                  <a:schemeClr val="tx1"/>
                </a:solidFill>
                <a:latin typeface="Times New Roman" pitchFamily="18" charset="0"/>
                <a:cs typeface="Times New Roman" pitchFamily="18" charset="0"/>
                <a:hlinkClick r:id="rId3"/>
              </a:rPr>
              <a:t>shasansaeed.yolasite.com</a:t>
            </a:r>
          </a:p>
          <a:p>
            <a:r>
              <a:rPr lang="en-GB" sz="2200" dirty="0">
                <a:solidFill>
                  <a:schemeClr val="tx1"/>
                </a:solidFill>
                <a:latin typeface="Times New Roman" pitchFamily="18" charset="0"/>
                <a:cs typeface="Times New Roman" pitchFamily="18" charset="0"/>
                <a:hlinkClick r:id="rId3"/>
              </a:rPr>
              <a:t>syedhasansaeed.gnomio.com</a:t>
            </a:r>
          </a:p>
          <a:p>
            <a:endParaRPr lang="en-GB" dirty="0">
              <a:solidFill>
                <a:schemeClr val="tx1"/>
              </a:solidFill>
              <a:latin typeface="Times New Roman" pitchFamily="18" charset="0"/>
              <a:cs typeface="Times New Roman" pitchFamily="18" charset="0"/>
              <a:hlinkClick r:id="rId3"/>
            </a:endParaRPr>
          </a:p>
          <a:p>
            <a:endParaRPr lang="en-US" dirty="0">
              <a:solidFill>
                <a:schemeClr val="tx1"/>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F6306B2-EC7E-4BB8-8894-54A4B6770FA7}" type="datetime1">
              <a:rPr lang="en-US" smtClean="0"/>
              <a:pPr/>
              <a:t>6/9/2026</a:t>
            </a:fld>
            <a:endParaRPr lang="en-US"/>
          </a:p>
        </p:txBody>
      </p:sp>
      <p:sp>
        <p:nvSpPr>
          <p:cNvPr id="5" name="Slide Number Placeholder 4"/>
          <p:cNvSpPr>
            <a:spLocks noGrp="1"/>
          </p:cNvSpPr>
          <p:nvPr>
            <p:ph type="sldNum" sz="quarter" idx="12"/>
          </p:nvPr>
        </p:nvSpPr>
        <p:spPr/>
        <p:txBody>
          <a:bodyPr/>
          <a:lstStyle/>
          <a:p>
            <a:fld id="{A02E60A1-684A-48DF-84CC-789FBCB3E9EE}" type="slidenum">
              <a:rPr lang="en-US" smtClean="0"/>
              <a:pPr/>
              <a:t>1</a:t>
            </a:fld>
            <a:endParaRPr lang="en-US"/>
          </a:p>
        </p:txBody>
      </p:sp>
      <p:sp>
        <p:nvSpPr>
          <p:cNvPr id="6" name="Footer Placeholder 5"/>
          <p:cNvSpPr>
            <a:spLocks noGrp="1"/>
          </p:cNvSpPr>
          <p:nvPr>
            <p:ph type="ftr" sz="quarter" idx="11"/>
          </p:nvPr>
        </p:nvSpPr>
        <p:spPr/>
        <p:txBody>
          <a:bodyPr/>
          <a:lstStyle/>
          <a:p>
            <a:r>
              <a:rPr lang="en-GB"/>
              <a:t>SYED HASAN SAEED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003" y="857234"/>
            <a:ext cx="11591833" cy="428627"/>
          </a:xfrm>
        </p:spPr>
        <p:txBody>
          <a:bodyPr>
            <a:noAutofit/>
          </a:bodyPr>
          <a:lstStyle/>
          <a:p>
            <a:r>
              <a:rPr lang="en-GB" sz="3200" dirty="0">
                <a:solidFill>
                  <a:srgbClr val="FF0000"/>
                </a:solidFill>
                <a:latin typeface="Times New Roman" pitchFamily="18" charset="0"/>
                <a:cs typeface="Times New Roman" pitchFamily="18" charset="0"/>
              </a:rPr>
              <a:t>BOOKS</a:t>
            </a:r>
            <a:endParaRPr lang="en-US" sz="3200"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247581" y="785794"/>
            <a:ext cx="11686848" cy="5857916"/>
          </a:xfrm>
        </p:spPr>
        <p:txBody>
          <a:bodyPr>
            <a:normAutofit/>
          </a:bodyPr>
          <a:lstStyle/>
          <a:p>
            <a:pPr marL="514350" indent="-514350" algn="l">
              <a:buFont typeface="+mj-lt"/>
              <a:buAutoNum type="arabicPeriod"/>
            </a:pPr>
            <a:endParaRPr lang="en-GB" sz="2400" dirty="0">
              <a:solidFill>
                <a:schemeClr val="tx1"/>
              </a:solidFill>
              <a:latin typeface="Times New Roman" pitchFamily="18" charset="0"/>
              <a:cs typeface="Times New Roman" pitchFamily="18" charset="0"/>
            </a:endParaRPr>
          </a:p>
          <a:p>
            <a:pPr marL="514350" indent="-514350" algn="l">
              <a:buFont typeface="+mj-lt"/>
              <a:buAutoNum type="arabicPeriod"/>
            </a:pPr>
            <a:endParaRPr lang="en-GB" sz="2400" dirty="0">
              <a:solidFill>
                <a:schemeClr val="tx1"/>
              </a:solidFill>
              <a:latin typeface="Times New Roman" pitchFamily="18" charset="0"/>
              <a:cs typeface="Times New Roman" pitchFamily="18" charset="0"/>
            </a:endParaRPr>
          </a:p>
          <a:p>
            <a:pPr marL="514350" indent="-514350" algn="l">
              <a:buFont typeface="+mj-lt"/>
              <a:buAutoNum type="arabicPeriod"/>
            </a:pPr>
            <a:r>
              <a:rPr lang="en-GB" sz="2400" dirty="0">
                <a:solidFill>
                  <a:schemeClr val="tx1"/>
                </a:solidFill>
                <a:latin typeface="Times New Roman" pitchFamily="18" charset="0"/>
                <a:cs typeface="Times New Roman" pitchFamily="18" charset="0"/>
              </a:rPr>
              <a:t>AUTOMATIC CONTROL SYSTEM: </a:t>
            </a:r>
            <a:r>
              <a:rPr lang="en-GB" sz="2400" dirty="0">
                <a:solidFill>
                  <a:srgbClr val="00B050"/>
                </a:solidFill>
                <a:latin typeface="Times New Roman" pitchFamily="18" charset="0"/>
                <a:cs typeface="Times New Roman" pitchFamily="18" charset="0"/>
              </a:rPr>
              <a:t>KUO &amp; GOLANARAGHI</a:t>
            </a:r>
          </a:p>
          <a:p>
            <a:pPr marL="514350" indent="-514350" algn="l">
              <a:buFont typeface="+mj-lt"/>
              <a:buAutoNum type="arabicPeriod"/>
            </a:pPr>
            <a:endParaRPr lang="en-GB" sz="2400" dirty="0">
              <a:solidFill>
                <a:schemeClr val="tx1"/>
              </a:solidFill>
              <a:latin typeface="Times New Roman" pitchFamily="18" charset="0"/>
              <a:cs typeface="Times New Roman" pitchFamily="18" charset="0"/>
            </a:endParaRPr>
          </a:p>
          <a:p>
            <a:pPr marL="514350" indent="-514350" algn="l"/>
            <a:r>
              <a:rPr lang="en-GB" sz="2400" dirty="0">
                <a:solidFill>
                  <a:schemeClr val="tx1"/>
                </a:solidFill>
                <a:latin typeface="Times New Roman" pitchFamily="18" charset="0"/>
                <a:cs typeface="Times New Roman" pitchFamily="18" charset="0"/>
              </a:rPr>
              <a:t>2.   CONTROL SYSTEM: </a:t>
            </a:r>
            <a:r>
              <a:rPr lang="en-GB" sz="2400" dirty="0">
                <a:solidFill>
                  <a:srgbClr val="00B050"/>
                </a:solidFill>
                <a:latin typeface="Times New Roman" pitchFamily="18" charset="0"/>
                <a:cs typeface="Times New Roman" pitchFamily="18" charset="0"/>
              </a:rPr>
              <a:t>ANAND KUMAR</a:t>
            </a:r>
          </a:p>
          <a:p>
            <a:pPr marL="514350" indent="-514350" algn="l">
              <a:buFont typeface="+mj-lt"/>
              <a:buAutoNum type="arabicPeriod"/>
            </a:pPr>
            <a:endParaRPr lang="en-GB" sz="2400" dirty="0">
              <a:solidFill>
                <a:schemeClr val="tx1"/>
              </a:solidFill>
              <a:latin typeface="Times New Roman" pitchFamily="18" charset="0"/>
              <a:cs typeface="Times New Roman" pitchFamily="18" charset="0"/>
            </a:endParaRPr>
          </a:p>
          <a:p>
            <a:pPr marL="514350" indent="-514350" algn="l"/>
            <a:r>
              <a:rPr lang="en-GB" sz="2400" dirty="0">
                <a:solidFill>
                  <a:schemeClr val="tx1"/>
                </a:solidFill>
                <a:latin typeface="Times New Roman" pitchFamily="18" charset="0"/>
                <a:cs typeface="Times New Roman" pitchFamily="18" charset="0"/>
              </a:rPr>
              <a:t>3.   AUTOMATIC CONTROL SYSTEM: </a:t>
            </a:r>
            <a:r>
              <a:rPr lang="en-GB" sz="2400" dirty="0">
                <a:solidFill>
                  <a:srgbClr val="00B050"/>
                </a:solidFill>
                <a:latin typeface="Times New Roman" pitchFamily="18" charset="0"/>
                <a:cs typeface="Times New Roman" pitchFamily="18" charset="0"/>
              </a:rPr>
              <a:t>S. HASAN SAEED</a:t>
            </a:r>
          </a:p>
          <a:p>
            <a:pPr marL="514350" indent="-514350" algn="l">
              <a:buFont typeface="+mj-lt"/>
              <a:buAutoNum type="arabicPeriod"/>
            </a:pPr>
            <a:endParaRPr lang="en-GB" sz="2400" dirty="0">
              <a:solidFill>
                <a:schemeClr val="tx1"/>
              </a:solidFill>
              <a:latin typeface="Times New Roman" pitchFamily="18" charset="0"/>
              <a:cs typeface="Times New Roman" pitchFamily="18" charset="0"/>
            </a:endParaRPr>
          </a:p>
          <a:p>
            <a:pPr marL="514350" indent="-514350" algn="l">
              <a:buAutoNum type="arabicPeriod" startAt="4"/>
            </a:pPr>
            <a:r>
              <a:rPr lang="en-GB" sz="2400" dirty="0">
                <a:solidFill>
                  <a:schemeClr val="tx1"/>
                </a:solidFill>
                <a:latin typeface="Times New Roman" pitchFamily="18" charset="0"/>
                <a:cs typeface="Times New Roman" pitchFamily="18" charset="0"/>
              </a:rPr>
              <a:t>ELECTRICAL MACINE &amp; AUTOMATIC CONTROL: </a:t>
            </a:r>
            <a:r>
              <a:rPr lang="en-GB" sz="2400" dirty="0">
                <a:solidFill>
                  <a:srgbClr val="00B050"/>
                </a:solidFill>
                <a:latin typeface="Times New Roman" pitchFamily="18" charset="0"/>
                <a:cs typeface="Times New Roman" pitchFamily="18" charset="0"/>
              </a:rPr>
              <a:t>J.B.GUPTA  &amp;  S. HASAN SAEED</a:t>
            </a:r>
          </a:p>
          <a:p>
            <a:pPr marL="514350" indent="-514350" algn="l">
              <a:buAutoNum type="arabicPeriod" startAt="4"/>
            </a:pPr>
            <a:endParaRPr lang="en-GB" sz="2400" dirty="0">
              <a:solidFill>
                <a:srgbClr val="00B050"/>
              </a:solidFill>
              <a:latin typeface="Times New Roman" pitchFamily="18" charset="0"/>
              <a:cs typeface="Times New Roman" pitchFamily="18" charset="0"/>
            </a:endParaRPr>
          </a:p>
          <a:p>
            <a:pPr marL="514350" indent="-514350" algn="l">
              <a:buAutoNum type="arabicPeriod" startAt="4"/>
            </a:pPr>
            <a:r>
              <a:rPr lang="en-GB" sz="2400" dirty="0">
                <a:solidFill>
                  <a:schemeClr val="tx1"/>
                </a:solidFill>
                <a:latin typeface="Times New Roman" pitchFamily="18" charset="0"/>
                <a:cs typeface="Times New Roman" pitchFamily="18" charset="0"/>
              </a:rPr>
              <a:t>AUTOMATIC CONTROL SYSTEM: </a:t>
            </a:r>
            <a:r>
              <a:rPr lang="en-GB" sz="2400" dirty="0">
                <a:solidFill>
                  <a:srgbClr val="00B050"/>
                </a:solidFill>
                <a:latin typeface="Times New Roman" pitchFamily="18" charset="0"/>
                <a:cs typeface="Times New Roman" pitchFamily="18" charset="0"/>
              </a:rPr>
              <a:t>R. A . BARAPATE</a:t>
            </a:r>
            <a:endParaRPr lang="en-US" sz="2400" dirty="0">
              <a:solidFill>
                <a:srgbClr val="00B050"/>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3736435-E78B-422D-B0C9-AADEB5893BD0}" type="datetime1">
              <a:rPr lang="en-US" smtClean="0"/>
              <a:pPr/>
              <a:t>6/9/2026</a:t>
            </a:fld>
            <a:endParaRPr lang="en-US"/>
          </a:p>
        </p:txBody>
      </p:sp>
      <p:sp>
        <p:nvSpPr>
          <p:cNvPr id="5" name="Slide Number Placeholder 4"/>
          <p:cNvSpPr>
            <a:spLocks noGrp="1"/>
          </p:cNvSpPr>
          <p:nvPr>
            <p:ph type="sldNum" sz="quarter" idx="12"/>
          </p:nvPr>
        </p:nvSpPr>
        <p:spPr/>
        <p:txBody>
          <a:bodyPr/>
          <a:lstStyle/>
          <a:p>
            <a:fld id="{A02E60A1-684A-48DF-84CC-789FBCB3E9EE}" type="slidenum">
              <a:rPr lang="en-US" smtClean="0"/>
              <a:pPr/>
              <a:t>2</a:t>
            </a:fld>
            <a:endParaRPr lang="en-US"/>
          </a:p>
        </p:txBody>
      </p:sp>
      <p:sp>
        <p:nvSpPr>
          <p:cNvPr id="6" name="Footer Placeholder 5"/>
          <p:cNvSpPr>
            <a:spLocks noGrp="1"/>
          </p:cNvSpPr>
          <p:nvPr>
            <p:ph type="ftr" sz="quarter" idx="11"/>
          </p:nvPr>
        </p:nvSpPr>
        <p:spPr/>
        <p:txBody>
          <a:bodyPr/>
          <a:lstStyle/>
          <a:p>
            <a:r>
              <a:rPr lang="en-GB"/>
              <a:t>SYED HASAN SAEED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u="sng" dirty="0">
                <a:solidFill>
                  <a:srgbClr val="FF0000"/>
                </a:solidFill>
              </a:rPr>
              <a:t>OUTLINE</a:t>
            </a:r>
          </a:p>
        </p:txBody>
      </p:sp>
      <p:sp>
        <p:nvSpPr>
          <p:cNvPr id="3" name="Content Placeholder 2"/>
          <p:cNvSpPr>
            <a:spLocks noGrp="1"/>
          </p:cNvSpPr>
          <p:nvPr>
            <p:ph idx="1"/>
          </p:nvPr>
        </p:nvSpPr>
        <p:spPr>
          <a:xfrm>
            <a:off x="304046" y="1828801"/>
            <a:ext cx="11553746" cy="4297363"/>
          </a:xfrm>
        </p:spPr>
        <p:txBody>
          <a:bodyPr/>
          <a:lstStyle/>
          <a:p>
            <a:pPr>
              <a:buFont typeface="Wingdings" pitchFamily="2" charset="2"/>
              <a:buChar char="§"/>
            </a:pPr>
            <a:r>
              <a:rPr lang="en-US" dirty="0">
                <a:solidFill>
                  <a:srgbClr val="00B050"/>
                </a:solidFill>
              </a:rPr>
              <a:t>Advantages and disadvantages of block diagram.</a:t>
            </a:r>
          </a:p>
          <a:p>
            <a:pPr>
              <a:buFont typeface="Wingdings" pitchFamily="2" charset="2"/>
              <a:buChar char="§"/>
            </a:pPr>
            <a:r>
              <a:rPr lang="en-US" dirty="0">
                <a:solidFill>
                  <a:srgbClr val="00B050"/>
                </a:solidFill>
              </a:rPr>
              <a:t>Terminology.</a:t>
            </a:r>
          </a:p>
          <a:p>
            <a:pPr>
              <a:buFont typeface="Wingdings" pitchFamily="2" charset="2"/>
              <a:buChar char="§"/>
            </a:pPr>
            <a:r>
              <a:rPr lang="en-US" dirty="0">
                <a:solidFill>
                  <a:srgbClr val="00B050"/>
                </a:solidFill>
              </a:rPr>
              <a:t>Closed loop.</a:t>
            </a:r>
          </a:p>
          <a:p>
            <a:pPr>
              <a:buFont typeface="Wingdings" pitchFamily="2" charset="2"/>
              <a:buChar char="§"/>
            </a:pPr>
            <a:r>
              <a:rPr lang="en-US" dirty="0">
                <a:solidFill>
                  <a:srgbClr val="00B050"/>
                </a:solidFill>
              </a:rPr>
              <a:t>How to draw the block diagram.</a:t>
            </a:r>
          </a:p>
          <a:p>
            <a:pPr>
              <a:buFont typeface="Wingdings" pitchFamily="2" charset="2"/>
              <a:buChar char="§"/>
            </a:pPr>
            <a:r>
              <a:rPr lang="en-US" dirty="0">
                <a:solidFill>
                  <a:srgbClr val="00B050"/>
                </a:solidFill>
              </a:rPr>
              <a:t>Block reduction Technique.</a:t>
            </a:r>
          </a:p>
          <a:p>
            <a:pPr>
              <a:buFont typeface="Wingdings" pitchFamily="2" charset="2"/>
              <a:buChar char="§"/>
            </a:pPr>
            <a:endParaRPr lang="en-US" dirty="0"/>
          </a:p>
          <a:p>
            <a:pPr>
              <a:buFont typeface="Wingdings" pitchFamily="2" charset="2"/>
              <a:buChar char="§"/>
            </a:pPr>
            <a:endParaRPr lang="en-US" dirty="0"/>
          </a:p>
          <a:p>
            <a:pPr>
              <a:buFont typeface="Wingdings" pitchFamily="2" charset="2"/>
              <a:buChar char="§"/>
            </a:pPr>
            <a:endParaRPr lang="en-US" dirty="0"/>
          </a:p>
          <a:p>
            <a:pPr>
              <a:buFont typeface="Wingdings" pitchFamily="2" charset="2"/>
              <a:buChar char="§"/>
            </a:pPr>
            <a:endParaRPr lang="en-US"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046" y="152400"/>
            <a:ext cx="11655095" cy="762000"/>
          </a:xfrm>
        </p:spPr>
        <p:txBody>
          <a:bodyPr>
            <a:normAutofit/>
          </a:bodyPr>
          <a:lstStyle/>
          <a:p>
            <a:r>
              <a:rPr lang="en-US" sz="3200" u="sng" dirty="0">
                <a:solidFill>
                  <a:srgbClr val="FF0000"/>
                </a:solidFill>
                <a:latin typeface="Tahoma" pitchFamily="34" charset="0"/>
                <a:ea typeface="Tahoma" pitchFamily="34" charset="0"/>
                <a:cs typeface="Tahoma" pitchFamily="34" charset="0"/>
              </a:rPr>
              <a:t>BLOCK DIAGRAM REPRESENTATION</a:t>
            </a:r>
          </a:p>
        </p:txBody>
      </p:sp>
      <p:sp>
        <p:nvSpPr>
          <p:cNvPr id="5" name="Content Placeholder 4"/>
          <p:cNvSpPr>
            <a:spLocks noGrp="1"/>
          </p:cNvSpPr>
          <p:nvPr>
            <p:ph idx="1"/>
          </p:nvPr>
        </p:nvSpPr>
        <p:spPr>
          <a:xfrm>
            <a:off x="202698" y="990600"/>
            <a:ext cx="11756443" cy="5410200"/>
          </a:xfrm>
        </p:spPr>
        <p:txBody>
          <a:bodyPr/>
          <a:lstStyle/>
          <a:p>
            <a:pPr>
              <a:buNone/>
            </a:pPr>
            <a:r>
              <a:rPr lang="en-US" u="sng" dirty="0">
                <a:solidFill>
                  <a:srgbClr val="0070C0"/>
                </a:solidFill>
              </a:rPr>
              <a:t>BLOCK DIAGRAM: </a:t>
            </a:r>
          </a:p>
          <a:p>
            <a:pPr marL="514350" indent="-514350" algn="just">
              <a:buFont typeface="+mj-lt"/>
              <a:buAutoNum type="alphaLcPeriod"/>
            </a:pPr>
            <a:r>
              <a:rPr lang="en-US" dirty="0"/>
              <a:t>Block diagram is a pictorial representation of the system.</a:t>
            </a:r>
          </a:p>
          <a:p>
            <a:pPr marL="514350" indent="-514350" algn="just">
              <a:buFont typeface="+mj-lt"/>
              <a:buAutoNum type="alphaLcPeriod"/>
            </a:pPr>
            <a:r>
              <a:rPr lang="en-US" dirty="0"/>
              <a:t>Block diagram represent the relationship between input and output.</a:t>
            </a:r>
          </a:p>
          <a:p>
            <a:pPr marL="514350" indent="-514350" algn="just">
              <a:buFont typeface="+mj-lt"/>
              <a:buAutoNum type="alphaLcPeriod"/>
            </a:pPr>
            <a:r>
              <a:rPr lang="en-US" dirty="0"/>
              <a:t>Any complicated system can be represented by connecting the different block.</a:t>
            </a:r>
          </a:p>
          <a:p>
            <a:pPr marL="514350" indent="-514350" algn="just">
              <a:buFont typeface="+mj-lt"/>
              <a:buAutoNum type="alphaLcPeriod"/>
            </a:pPr>
            <a:r>
              <a:rPr lang="en-US" dirty="0"/>
              <a:t>Each block is completely characterized by a transfer function.</a:t>
            </a:r>
          </a:p>
          <a:p>
            <a:pPr marL="514350" indent="-514350">
              <a:buFont typeface="+mj-lt"/>
              <a:buAutoNum type="alphaLcPeriod"/>
            </a:pPr>
            <a:endParaRPr lang="en-US" dirty="0">
              <a:solidFill>
                <a:srgbClr val="002060"/>
              </a:solidFill>
            </a:endParaRPr>
          </a:p>
        </p:txBody>
      </p:sp>
      <p:sp>
        <p:nvSpPr>
          <p:cNvPr id="6" name="Footer Placeholder 5"/>
          <p:cNvSpPr>
            <a:spLocks noGrp="1"/>
          </p:cNvSpPr>
          <p:nvPr>
            <p:ph type="ftr" sz="quarter" idx="11"/>
          </p:nvPr>
        </p:nvSpPr>
        <p:spPr/>
        <p:txBody>
          <a:bodyPr/>
          <a:lstStyle/>
          <a:p>
            <a:r>
              <a:rPr lang="en-US" dirty="0">
                <a:solidFill>
                  <a:schemeClr val="tx1"/>
                </a:solidFill>
              </a:rPr>
              <a:t>SYED HASAN SAEED</a:t>
            </a:r>
          </a:p>
        </p:txBody>
      </p:sp>
      <p:sp>
        <p:nvSpPr>
          <p:cNvPr id="7" name="Slide Number Placeholder 6"/>
          <p:cNvSpPr>
            <a:spLocks noGrp="1"/>
          </p:cNvSpPr>
          <p:nvPr>
            <p:ph type="sldNum" sz="quarter" idx="12"/>
          </p:nvPr>
        </p:nvSpPr>
        <p:spPr/>
        <p:txBody>
          <a:bodyPr/>
          <a:lstStyle/>
          <a:p>
            <a:fld id="{DFFB4172-2071-4B6D-9A3C-0848A49D4CBF}"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698" y="152400"/>
            <a:ext cx="11756443" cy="6172200"/>
          </a:xfrm>
        </p:spPr>
        <p:txBody>
          <a:bodyPr>
            <a:normAutofit/>
          </a:bodyPr>
          <a:lstStyle/>
          <a:p>
            <a:pPr>
              <a:buNone/>
            </a:pPr>
            <a:r>
              <a:rPr lang="en-US" sz="3000" u="sng" dirty="0">
                <a:solidFill>
                  <a:srgbClr val="0070C0"/>
                </a:solidFill>
                <a:latin typeface="Tahoma" pitchFamily="34" charset="0"/>
                <a:ea typeface="Tahoma" pitchFamily="34" charset="0"/>
                <a:cs typeface="Tahoma" pitchFamily="34" charset="0"/>
              </a:rPr>
              <a:t>ADVANTAGES OF BLOCK DIAGRAM:</a:t>
            </a:r>
          </a:p>
          <a:p>
            <a:pPr marL="514350" indent="-514350" algn="just">
              <a:buFont typeface="+mj-lt"/>
              <a:buAutoNum type="alphaLcPeriod"/>
            </a:pPr>
            <a:r>
              <a:rPr lang="en-US" sz="3000" dirty="0">
                <a:latin typeface="Tahoma" pitchFamily="34" charset="0"/>
                <a:ea typeface="Tahoma" pitchFamily="34" charset="0"/>
                <a:cs typeface="Tahoma" pitchFamily="34" charset="0"/>
              </a:rPr>
              <a:t>A block may represent a single component or a group of components.</a:t>
            </a:r>
          </a:p>
          <a:p>
            <a:pPr marL="514350" indent="-514350" algn="just">
              <a:buFont typeface="+mj-lt"/>
              <a:buAutoNum type="alphaLcPeriod"/>
            </a:pPr>
            <a:r>
              <a:rPr lang="en-US" sz="3000" dirty="0">
                <a:latin typeface="Tahoma" pitchFamily="34" charset="0"/>
                <a:ea typeface="Tahoma" pitchFamily="34" charset="0"/>
                <a:cs typeface="Tahoma" pitchFamily="34" charset="0"/>
              </a:rPr>
              <a:t>Performance of a system can be determined by block diagram.</a:t>
            </a:r>
          </a:p>
          <a:p>
            <a:pPr marL="514350" indent="-514350" algn="just">
              <a:buFont typeface="+mj-lt"/>
              <a:buAutoNum type="alphaLcPeriod"/>
            </a:pPr>
            <a:r>
              <a:rPr lang="en-US" sz="3000" dirty="0">
                <a:latin typeface="Tahoma" pitchFamily="34" charset="0"/>
                <a:ea typeface="Tahoma" pitchFamily="34" charset="0"/>
                <a:cs typeface="Tahoma" pitchFamily="34" charset="0"/>
              </a:rPr>
              <a:t>Block diagram is helpful for designing and analysis of a system.</a:t>
            </a:r>
          </a:p>
          <a:p>
            <a:pPr marL="514350" indent="-514350" algn="just">
              <a:buFont typeface="+mj-lt"/>
              <a:buAutoNum type="alphaLcPeriod"/>
            </a:pPr>
            <a:r>
              <a:rPr lang="en-US" sz="3000" dirty="0">
                <a:latin typeface="Tahoma" pitchFamily="34" charset="0"/>
                <a:ea typeface="Tahoma" pitchFamily="34" charset="0"/>
                <a:cs typeface="Tahoma" pitchFamily="34" charset="0"/>
              </a:rPr>
              <a:t>Construction of block diagram is simple for any complicated system.</a:t>
            </a:r>
          </a:p>
          <a:p>
            <a:pPr marL="514350" indent="-514350" algn="just">
              <a:buFont typeface="+mj-lt"/>
              <a:buAutoNum type="alphaLcPeriod"/>
            </a:pPr>
            <a:r>
              <a:rPr lang="en-US" sz="3000" dirty="0">
                <a:latin typeface="Tahoma" pitchFamily="34" charset="0"/>
                <a:ea typeface="Tahoma" pitchFamily="34" charset="0"/>
                <a:cs typeface="Tahoma" pitchFamily="34" charset="0"/>
              </a:rPr>
              <a:t>The operation of any system can be easily observed by block diagram representation.</a:t>
            </a:r>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698" y="152400"/>
            <a:ext cx="11756443" cy="6172200"/>
          </a:xfrm>
        </p:spPr>
        <p:txBody>
          <a:bodyPr>
            <a:normAutofit/>
          </a:bodyPr>
          <a:lstStyle/>
          <a:p>
            <a:pPr>
              <a:buNone/>
            </a:pPr>
            <a:r>
              <a:rPr lang="en-US" sz="3000" u="sng" dirty="0">
                <a:solidFill>
                  <a:srgbClr val="0070C0"/>
                </a:solidFill>
                <a:latin typeface="Tahoma" pitchFamily="34" charset="0"/>
                <a:ea typeface="Tahoma" pitchFamily="34" charset="0"/>
                <a:cs typeface="Tahoma" pitchFamily="34" charset="0"/>
              </a:rPr>
              <a:t>DISADVANTAGES OF BLOCK DIAGRAM:</a:t>
            </a:r>
          </a:p>
          <a:p>
            <a:pPr marL="514350" indent="-514350" algn="just">
              <a:buFont typeface="+mj-lt"/>
              <a:buAutoNum type="alphaLcPeriod"/>
            </a:pPr>
            <a:r>
              <a:rPr lang="en-US" sz="3000" dirty="0">
                <a:latin typeface="Tahoma" pitchFamily="34" charset="0"/>
                <a:ea typeface="Tahoma" pitchFamily="34" charset="0"/>
                <a:cs typeface="Tahoma" pitchFamily="34" charset="0"/>
              </a:rPr>
              <a:t>Source of energy is not shown in the diagram.</a:t>
            </a:r>
          </a:p>
          <a:p>
            <a:pPr marL="514350" indent="-514350" algn="just">
              <a:buFont typeface="+mj-lt"/>
              <a:buAutoNum type="alphaLcPeriod"/>
            </a:pPr>
            <a:r>
              <a:rPr lang="en-US" sz="3000" dirty="0">
                <a:latin typeface="Tahoma" pitchFamily="34" charset="0"/>
                <a:ea typeface="Tahoma" pitchFamily="34" charset="0"/>
                <a:cs typeface="Tahoma" pitchFamily="34" charset="0"/>
              </a:rPr>
              <a:t>Block diagram does not give any information about the physical construction of the system.</a:t>
            </a:r>
          </a:p>
          <a:p>
            <a:pPr marL="514350" indent="-514350" algn="just">
              <a:buFont typeface="+mj-lt"/>
              <a:buAutoNum type="alphaLcPeriod"/>
            </a:pPr>
            <a:r>
              <a:rPr lang="en-US" sz="3000" dirty="0">
                <a:latin typeface="Tahoma" pitchFamily="34" charset="0"/>
                <a:ea typeface="Tahoma" pitchFamily="34" charset="0"/>
                <a:cs typeface="Tahoma" pitchFamily="34" charset="0"/>
              </a:rPr>
              <a:t>Applicable only for linear time invariant system.</a:t>
            </a:r>
          </a:p>
          <a:p>
            <a:pPr marL="514350" indent="-514350" algn="just">
              <a:buFont typeface="+mj-lt"/>
              <a:buAutoNum type="alphaLcPeriod"/>
            </a:pPr>
            <a:r>
              <a:rPr lang="en-US" sz="3000" dirty="0">
                <a:latin typeface="Tahoma" pitchFamily="34" charset="0"/>
                <a:ea typeface="Tahoma" pitchFamily="34" charset="0"/>
                <a:cs typeface="Tahoma" pitchFamily="34" charset="0"/>
              </a:rPr>
              <a:t>It requires more time.</a:t>
            </a:r>
          </a:p>
          <a:p>
            <a:pPr marL="514350" indent="-514350" algn="just">
              <a:buFont typeface="+mj-lt"/>
              <a:buAutoNum type="alphaLcPeriod"/>
            </a:pPr>
            <a:r>
              <a:rPr lang="en-US" sz="3000" dirty="0">
                <a:latin typeface="Tahoma" pitchFamily="34" charset="0"/>
                <a:ea typeface="Tahoma" pitchFamily="34" charset="0"/>
                <a:cs typeface="Tahoma" pitchFamily="34" charset="0"/>
              </a:rPr>
              <a:t>It is not a systematic method.</a:t>
            </a:r>
          </a:p>
          <a:p>
            <a:pPr marL="514350" indent="-514350" algn="just">
              <a:buFont typeface="+mj-lt"/>
              <a:buAutoNum type="alphaLcPeriod"/>
            </a:pPr>
            <a:r>
              <a:rPr lang="en-US" sz="3000" dirty="0">
                <a:latin typeface="Tahoma" pitchFamily="34" charset="0"/>
                <a:ea typeface="Tahoma" pitchFamily="34" charset="0"/>
                <a:cs typeface="Tahoma" pitchFamily="34" charset="0"/>
              </a:rPr>
              <a:t>For a given system, the block diagram is not unique. </a:t>
            </a:r>
          </a:p>
          <a:p>
            <a:pPr marL="514350" indent="-514350" algn="just">
              <a:buFont typeface="+mj-lt"/>
              <a:buAutoNum type="alphaLcPeriod"/>
            </a:pPr>
            <a:endParaRPr lang="en-US" sz="3000" dirty="0">
              <a:latin typeface="Tahoma" pitchFamily="34" charset="0"/>
              <a:ea typeface="Tahoma" pitchFamily="34" charset="0"/>
              <a:cs typeface="Tahoma" pitchFamily="34" charset="0"/>
            </a:endParaRPr>
          </a:p>
          <a:p>
            <a:pPr algn="just">
              <a:buNone/>
            </a:pPr>
            <a:endParaRPr lang="en-US" sz="3000" dirty="0">
              <a:latin typeface="Tahoma" pitchFamily="34" charset="0"/>
              <a:ea typeface="Tahoma" pitchFamily="34" charset="0"/>
              <a:cs typeface="Tahoma" pitchFamily="34" charset="0"/>
            </a:endParaRPr>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698" y="152400"/>
            <a:ext cx="11756443" cy="6172200"/>
          </a:xfrm>
        </p:spPr>
        <p:txBody>
          <a:bodyPr/>
          <a:lstStyle/>
          <a:p>
            <a:pPr>
              <a:buNone/>
            </a:pPr>
            <a:r>
              <a:rPr lang="en-US" dirty="0"/>
              <a:t>Following figure shows the different components of block diagram</a:t>
            </a:r>
          </a:p>
          <a:p>
            <a:pPr>
              <a:buNone/>
            </a:pPr>
            <a:endParaRPr lang="en-US" dirty="0"/>
          </a:p>
          <a:p>
            <a:pPr>
              <a:buNone/>
            </a:pPr>
            <a:r>
              <a:rPr lang="en-US" dirty="0"/>
              <a:t>            Input   R(s)                                                   C(s)     output</a:t>
            </a:r>
          </a:p>
          <a:p>
            <a:pPr>
              <a:buNone/>
            </a:pPr>
            <a:endParaRPr lang="en-US" dirty="0"/>
          </a:p>
          <a:p>
            <a:pPr>
              <a:buNone/>
            </a:pPr>
            <a:r>
              <a:rPr lang="en-US" dirty="0"/>
              <a:t>The arrow pointing towards block indicates input R(s) and arrow head leading away from the block represent the output C(s).</a:t>
            </a:r>
          </a:p>
          <a:p>
            <a:pPr>
              <a:buNone/>
            </a:pPr>
            <a:r>
              <a:rPr lang="en-US" dirty="0"/>
              <a:t>                                                    or</a:t>
            </a:r>
          </a:p>
          <a:p>
            <a:pPr>
              <a:buNone/>
            </a:pPr>
            <a:r>
              <a:rPr lang="en-US" dirty="0"/>
              <a:t> </a:t>
            </a:r>
          </a:p>
          <a:p>
            <a:pPr>
              <a:buNone/>
            </a:pPr>
            <a:endParaRPr lang="en-US"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7</a:t>
            </a:fld>
            <a:endParaRPr lang="en-US"/>
          </a:p>
        </p:txBody>
      </p:sp>
      <p:grpSp>
        <p:nvGrpSpPr>
          <p:cNvPr id="11" name="Group 10"/>
          <p:cNvGrpSpPr/>
          <p:nvPr/>
        </p:nvGrpSpPr>
        <p:grpSpPr>
          <a:xfrm>
            <a:off x="2692149" y="1219200"/>
            <a:ext cx="5979570" cy="1219200"/>
            <a:chOff x="2286000" y="2286000"/>
            <a:chExt cx="4495800" cy="1219200"/>
          </a:xfrm>
        </p:grpSpPr>
        <p:sp>
          <p:nvSpPr>
            <p:cNvPr id="6" name="Rectangle 5"/>
            <p:cNvSpPr/>
            <p:nvPr/>
          </p:nvSpPr>
          <p:spPr>
            <a:xfrm>
              <a:off x="3581400" y="2286000"/>
              <a:ext cx="2057400" cy="1219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962400" y="2438400"/>
              <a:ext cx="1371600" cy="707886"/>
            </a:xfrm>
            <a:prstGeom prst="rect">
              <a:avLst/>
            </a:prstGeom>
            <a:noFill/>
          </p:spPr>
          <p:txBody>
            <a:bodyPr wrap="square" rtlCol="0">
              <a:spAutoFit/>
            </a:bodyPr>
            <a:lstStyle/>
            <a:p>
              <a:r>
                <a:rPr lang="en-US" sz="2000" dirty="0"/>
                <a:t>Transfer Function G(S)</a:t>
              </a:r>
            </a:p>
          </p:txBody>
        </p:sp>
        <p:cxnSp>
          <p:nvCxnSpPr>
            <p:cNvPr id="9" name="Straight Arrow Connector 8"/>
            <p:cNvCxnSpPr/>
            <p:nvPr/>
          </p:nvCxnSpPr>
          <p:spPr>
            <a:xfrm>
              <a:off x="2286000" y="2943725"/>
              <a:ext cx="12954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638800" y="2943725"/>
              <a:ext cx="11430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aphicFrame>
        <p:nvGraphicFramePr>
          <p:cNvPr id="14" name="Object 13"/>
          <p:cNvGraphicFramePr>
            <a:graphicFrameLocks noChangeAspect="1"/>
          </p:cNvGraphicFramePr>
          <p:nvPr>
            <p:extLst>
              <p:ext uri="{D42A27DB-BD31-4B8C-83A1-F6EECF244321}">
                <p14:modId xmlns:p14="http://schemas.microsoft.com/office/powerpoint/2010/main" val="1007952318"/>
              </p:ext>
            </p:extLst>
          </p:nvPr>
        </p:nvGraphicFramePr>
        <p:xfrm>
          <a:off x="6309519" y="4242284"/>
          <a:ext cx="2183603" cy="873842"/>
        </p:xfrm>
        <a:graphic>
          <a:graphicData uri="http://schemas.openxmlformats.org/presentationml/2006/ole">
            <mc:AlternateContent xmlns:mc="http://schemas.openxmlformats.org/markup-compatibility/2006">
              <mc:Choice xmlns:v="urn:schemas-microsoft-com:vml" Requires="v">
                <p:oleObj name="Equation" r:id="rId2" imgW="787320" imgH="419040" progId="Equation.3">
                  <p:embed/>
                </p:oleObj>
              </mc:Choice>
              <mc:Fallback>
                <p:oleObj name="Equation" r:id="rId2" imgW="787320" imgH="4190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9519" y="4242284"/>
                        <a:ext cx="2183603" cy="8738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4137234775"/>
              </p:ext>
            </p:extLst>
          </p:nvPr>
        </p:nvGraphicFramePr>
        <p:xfrm>
          <a:off x="2692149" y="4411950"/>
          <a:ext cx="2939111" cy="498987"/>
        </p:xfrm>
        <a:graphic>
          <a:graphicData uri="http://schemas.openxmlformats.org/presentationml/2006/ole">
            <mc:AlternateContent xmlns:mc="http://schemas.openxmlformats.org/markup-compatibility/2006">
              <mc:Choice xmlns:v="urn:schemas-microsoft-com:vml" Requires="v">
                <p:oleObj name="Equation" r:id="rId4" imgW="1041120" imgH="203040" progId="Equation.3">
                  <p:embed/>
                </p:oleObj>
              </mc:Choice>
              <mc:Fallback>
                <p:oleObj name="Equation" r:id="rId4" imgW="1041120" imgH="2030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2149" y="4411950"/>
                        <a:ext cx="2939111" cy="498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698" y="152400"/>
            <a:ext cx="11756443" cy="6172200"/>
          </a:xfrm>
        </p:spPr>
        <p:txBody>
          <a:bodyPr/>
          <a:lstStyle/>
          <a:p>
            <a:pPr algn="just">
              <a:buNone/>
            </a:pPr>
            <a:r>
              <a:rPr lang="en-US" dirty="0"/>
              <a:t>The flow of system variables from one block to another block is represented by the arrow. In addition to this, the sum of the signals or the difference of the signals are represented by a summing point as shown in figure.</a:t>
            </a:r>
          </a:p>
          <a:p>
            <a:pPr algn="just">
              <a:buNone/>
            </a:pPr>
            <a:endParaRPr lang="en-US" dirty="0"/>
          </a:p>
          <a:p>
            <a:pPr algn="just">
              <a:buNone/>
            </a:pPr>
            <a:r>
              <a:rPr lang="en-US" dirty="0"/>
              <a:t>                                          </a:t>
            </a:r>
            <a:r>
              <a:rPr lang="en-US" sz="2800" dirty="0"/>
              <a:t>A       </a:t>
            </a:r>
            <a:r>
              <a:rPr lang="en-US" dirty="0"/>
              <a:t>                         </a:t>
            </a:r>
            <a:r>
              <a:rPr lang="en-US" sz="2800" dirty="0"/>
              <a:t>C=A+B</a:t>
            </a:r>
          </a:p>
          <a:p>
            <a:pPr algn="just">
              <a:buNone/>
            </a:pPr>
            <a:r>
              <a:rPr lang="en-US" sz="2800" dirty="0"/>
              <a:t>                                                                +       </a:t>
            </a:r>
          </a:p>
          <a:p>
            <a:pPr algn="just">
              <a:buNone/>
            </a:pPr>
            <a:r>
              <a:rPr lang="en-US" sz="2800" dirty="0"/>
              <a:t>                                                                  B</a:t>
            </a:r>
          </a:p>
          <a:p>
            <a:pPr algn="just">
              <a:buNone/>
            </a:pPr>
            <a:r>
              <a:rPr lang="en-US" sz="2800" dirty="0"/>
              <a:t>The plus or minus sign at each arrow head indicates whether the signal is to be added or subtracted.</a:t>
            </a:r>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8</a:t>
            </a:fld>
            <a:endParaRPr lang="en-US"/>
          </a:p>
        </p:txBody>
      </p:sp>
      <p:grpSp>
        <p:nvGrpSpPr>
          <p:cNvPr id="13" name="Group 12"/>
          <p:cNvGrpSpPr/>
          <p:nvPr/>
        </p:nvGrpSpPr>
        <p:grpSpPr>
          <a:xfrm>
            <a:off x="4537165" y="2808878"/>
            <a:ext cx="2655334" cy="1296194"/>
            <a:chOff x="4459341" y="3352800"/>
            <a:chExt cx="2655334" cy="1296194"/>
          </a:xfrm>
        </p:grpSpPr>
        <p:cxnSp>
          <p:nvCxnSpPr>
            <p:cNvPr id="8" name="Straight Arrow Connector 7"/>
            <p:cNvCxnSpPr>
              <a:stCxn id="6" idx="6"/>
            </p:cNvCxnSpPr>
            <p:nvPr/>
          </p:nvCxnSpPr>
          <p:spPr>
            <a:xfrm flipV="1">
              <a:off x="6384965" y="3657600"/>
              <a:ext cx="729710"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endCxn id="6" idx="4"/>
            </p:cNvCxnSpPr>
            <p:nvPr/>
          </p:nvCxnSpPr>
          <p:spPr>
            <a:xfrm rot="5400000" flipH="1" flipV="1">
              <a:off x="5573422" y="4343138"/>
              <a:ext cx="609600" cy="2112"/>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6" idx="2"/>
            </p:cNvCxnSpPr>
            <p:nvPr/>
          </p:nvCxnSpPr>
          <p:spPr>
            <a:xfrm flipV="1">
              <a:off x="4459341" y="3695700"/>
              <a:ext cx="912138"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5371478" y="3352800"/>
              <a:ext cx="1013487" cy="685800"/>
              <a:chOff x="4038600" y="3352800"/>
              <a:chExt cx="762000" cy="685800"/>
            </a:xfrm>
          </p:grpSpPr>
          <p:sp>
            <p:nvSpPr>
              <p:cNvPr id="6" name="Oval 5"/>
              <p:cNvSpPr/>
              <p:nvPr/>
            </p:nvSpPr>
            <p:spPr>
              <a:xfrm>
                <a:off x="4038600" y="3352800"/>
                <a:ext cx="762000" cy="6858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6" idx="1"/>
                <a:endCxn id="6" idx="5"/>
              </p:cNvCxnSpPr>
              <p:nvPr/>
            </p:nvCxnSpPr>
            <p:spPr>
              <a:xfrm rot="16200000" flipH="1">
                <a:off x="4177133" y="3426292"/>
                <a:ext cx="484934" cy="53881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6" idx="7"/>
                <a:endCxn id="6" idx="3"/>
              </p:cNvCxnSpPr>
              <p:nvPr/>
            </p:nvCxnSpPr>
            <p:spPr>
              <a:xfrm rot="16200000" flipH="1" flipV="1">
                <a:off x="4177133" y="3426292"/>
                <a:ext cx="484934" cy="53881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5" name="TextBox 14"/>
          <p:cNvSpPr txBox="1"/>
          <p:nvPr/>
        </p:nvSpPr>
        <p:spPr>
          <a:xfrm>
            <a:off x="5090319" y="2743200"/>
            <a:ext cx="457200" cy="430887"/>
          </a:xfrm>
          <a:prstGeom prst="rect">
            <a:avLst/>
          </a:prstGeom>
          <a:noFill/>
        </p:spPr>
        <p:txBody>
          <a:bodyPr wrap="square" rtlCol="0">
            <a:spAutoFit/>
          </a:bodyPr>
          <a:lstStyle/>
          <a:p>
            <a:r>
              <a:rPr lang="en-US" sz="22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698" y="152400"/>
            <a:ext cx="11756443" cy="6400800"/>
          </a:xfrm>
          <a:ln w="22225">
            <a:solidFill>
              <a:schemeClr val="bg1"/>
            </a:solidFill>
          </a:ln>
        </p:spPr>
        <p:txBody>
          <a:bodyPr>
            <a:normAutofit/>
          </a:bodyPr>
          <a:lstStyle/>
          <a:p>
            <a:pPr algn="just">
              <a:buNone/>
            </a:pPr>
            <a:r>
              <a:rPr lang="en-US" sz="3000" dirty="0"/>
              <a:t>Application of one input source to two or more block is represented by a take off point. Take off point also known as branch point, shown below</a:t>
            </a:r>
          </a:p>
          <a:p>
            <a:pPr algn="just">
              <a:buNone/>
            </a:pPr>
            <a:endParaRPr lang="en-US" sz="3000" dirty="0"/>
          </a:p>
          <a:p>
            <a:pPr algn="just">
              <a:buNone/>
            </a:pPr>
            <a:r>
              <a:rPr lang="en-US" sz="3000" dirty="0"/>
              <a:t>                                                            </a:t>
            </a:r>
          </a:p>
          <a:p>
            <a:pPr algn="just">
              <a:buNone/>
            </a:pPr>
            <a:r>
              <a:rPr lang="en-US" sz="3000" dirty="0"/>
              <a:t>        </a:t>
            </a:r>
          </a:p>
          <a:p>
            <a:pPr algn="just">
              <a:buNone/>
            </a:pPr>
            <a:r>
              <a:rPr lang="en-US" sz="3000" dirty="0"/>
              <a:t>                                         </a:t>
            </a:r>
          </a:p>
          <a:p>
            <a:pPr algn="just">
              <a:buNone/>
            </a:pPr>
            <a:endParaRPr lang="en-US" sz="3000" dirty="0">
              <a:solidFill>
                <a:srgbClr val="00B050"/>
              </a:solidFill>
            </a:endParaRPr>
          </a:p>
          <a:p>
            <a:pPr algn="just">
              <a:buNone/>
            </a:pPr>
            <a:r>
              <a:rPr lang="en-US" sz="3000" dirty="0">
                <a:solidFill>
                  <a:srgbClr val="00B050"/>
                </a:solidFill>
              </a:rPr>
              <a:t>Forward path: </a:t>
            </a:r>
            <a:r>
              <a:rPr lang="en-US" sz="3000" dirty="0"/>
              <a:t>The direction of flow of signal from input to output.</a:t>
            </a:r>
          </a:p>
          <a:p>
            <a:pPr algn="just">
              <a:buNone/>
            </a:pPr>
            <a:r>
              <a:rPr lang="en-US" sz="3000" dirty="0">
                <a:solidFill>
                  <a:srgbClr val="00B050"/>
                </a:solidFill>
              </a:rPr>
              <a:t>Feedback path: </a:t>
            </a:r>
            <a:r>
              <a:rPr lang="en-US" sz="3000" dirty="0"/>
              <a:t>The direction of flow of signal is from output to input.</a:t>
            </a:r>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9</a:t>
            </a:fld>
            <a:endParaRPr lang="en-US"/>
          </a:p>
        </p:txBody>
      </p:sp>
      <p:grpSp>
        <p:nvGrpSpPr>
          <p:cNvPr id="23" name="Group 22"/>
          <p:cNvGrpSpPr/>
          <p:nvPr/>
        </p:nvGrpSpPr>
        <p:grpSpPr>
          <a:xfrm>
            <a:off x="7195754" y="2286000"/>
            <a:ext cx="1722927" cy="611188"/>
            <a:chOff x="4572000" y="2667000"/>
            <a:chExt cx="1295400" cy="611188"/>
          </a:xfrm>
        </p:grpSpPr>
        <p:cxnSp>
          <p:nvCxnSpPr>
            <p:cNvPr id="10" name="Straight Arrow Connector 9"/>
            <p:cNvCxnSpPr/>
            <p:nvPr/>
          </p:nvCxnSpPr>
          <p:spPr>
            <a:xfrm>
              <a:off x="4572000" y="2667000"/>
              <a:ext cx="10668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a:off x="4724400" y="2971800"/>
              <a:ext cx="609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029200" y="3276600"/>
              <a:ext cx="8382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1418881" y="2057400"/>
            <a:ext cx="3445854" cy="1371600"/>
            <a:chOff x="1066800" y="2743200"/>
            <a:chExt cx="2590800" cy="1371600"/>
          </a:xfrm>
        </p:grpSpPr>
        <p:sp>
          <p:nvSpPr>
            <p:cNvPr id="22" name="TextBox 21"/>
            <p:cNvSpPr txBox="1"/>
            <p:nvPr/>
          </p:nvSpPr>
          <p:spPr>
            <a:xfrm>
              <a:off x="2133600" y="2895600"/>
              <a:ext cx="457200" cy="369332"/>
            </a:xfrm>
            <a:prstGeom prst="rect">
              <a:avLst/>
            </a:prstGeom>
            <a:noFill/>
          </p:spPr>
          <p:txBody>
            <a:bodyPr wrap="square" rtlCol="0">
              <a:spAutoFit/>
            </a:bodyPr>
            <a:lstStyle/>
            <a:p>
              <a:r>
                <a:rPr lang="en-US" dirty="0"/>
                <a:t>G1</a:t>
              </a:r>
            </a:p>
          </p:txBody>
        </p:sp>
        <p:grpSp>
          <p:nvGrpSpPr>
            <p:cNvPr id="18" name="Group 17"/>
            <p:cNvGrpSpPr/>
            <p:nvPr/>
          </p:nvGrpSpPr>
          <p:grpSpPr>
            <a:xfrm>
              <a:off x="1066800" y="2743200"/>
              <a:ext cx="2590800" cy="1371600"/>
              <a:chOff x="1066800" y="2743200"/>
              <a:chExt cx="2590800" cy="1371600"/>
            </a:xfrm>
          </p:grpSpPr>
          <p:sp>
            <p:nvSpPr>
              <p:cNvPr id="17" name="Rectangle 16"/>
              <p:cNvSpPr/>
              <p:nvPr/>
            </p:nvSpPr>
            <p:spPr>
              <a:xfrm>
                <a:off x="1905000" y="2743200"/>
                <a:ext cx="838200" cy="609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flipV="1">
                <a:off x="2743200" y="3048000"/>
                <a:ext cx="838200"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1066800" y="3048000"/>
                <a:ext cx="838200"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66800" y="3429000"/>
                <a:ext cx="7620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1905000" y="3505200"/>
                <a:ext cx="838200" cy="609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2057400" y="3657600"/>
                <a:ext cx="533400" cy="381000"/>
              </a:xfrm>
              <a:prstGeom prst="rect">
                <a:avLst/>
              </a:prstGeom>
              <a:noFill/>
            </p:spPr>
            <p:txBody>
              <a:bodyPr wrap="square" rtlCol="0">
                <a:spAutoFit/>
              </a:bodyPr>
              <a:lstStyle/>
              <a:p>
                <a:r>
                  <a:rPr lang="en-US" dirty="0"/>
                  <a:t>G2</a:t>
                </a:r>
              </a:p>
            </p:txBody>
          </p:sp>
          <p:cxnSp>
            <p:nvCxnSpPr>
              <p:cNvPr id="43" name="Straight Connector 42"/>
              <p:cNvCxnSpPr>
                <a:endCxn id="36" idx="1"/>
              </p:cNvCxnSpPr>
              <p:nvPr/>
            </p:nvCxnSpPr>
            <p:spPr>
              <a:xfrm>
                <a:off x="1447800" y="3810000"/>
                <a:ext cx="4572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6" idx="3"/>
              </p:cNvCxnSpPr>
              <p:nvPr/>
            </p:nvCxnSpPr>
            <p:spPr>
              <a:xfrm>
                <a:off x="2743200" y="3810000"/>
                <a:ext cx="9144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046" y="274638"/>
            <a:ext cx="11553746" cy="563562"/>
          </a:xfrm>
        </p:spPr>
        <p:txBody>
          <a:bodyPr>
            <a:noAutofit/>
          </a:bodyPr>
          <a:lstStyle/>
          <a:p>
            <a:r>
              <a:rPr lang="en-US" sz="3200" dirty="0">
                <a:solidFill>
                  <a:srgbClr val="00B050"/>
                </a:solidFill>
              </a:rPr>
              <a:t>BLOCK DIAGRAM OF A CLOSED LOOP SYSTEM</a:t>
            </a:r>
          </a:p>
        </p:txBody>
      </p:sp>
      <p:sp>
        <p:nvSpPr>
          <p:cNvPr id="7" name="Content Placeholder 6"/>
          <p:cNvSpPr>
            <a:spLocks noGrp="1"/>
          </p:cNvSpPr>
          <p:nvPr>
            <p:ph sz="half" idx="1"/>
          </p:nvPr>
        </p:nvSpPr>
        <p:spPr>
          <a:xfrm>
            <a:off x="202697" y="914400"/>
            <a:ext cx="5776873" cy="5410200"/>
          </a:xfrm>
        </p:spPr>
        <p:txBody>
          <a:bodyPr>
            <a:normAutofit/>
          </a:bodyPr>
          <a:lstStyle/>
          <a:p>
            <a:pPr>
              <a:buNone/>
            </a:pPr>
            <a:r>
              <a:rPr lang="en-US" dirty="0"/>
              <a:t>r(t) = reference input signal</a:t>
            </a:r>
          </a:p>
          <a:p>
            <a:pPr>
              <a:buNone/>
            </a:pPr>
            <a:r>
              <a:rPr lang="en-US" dirty="0"/>
              <a:t>c(t)= controlled output</a:t>
            </a:r>
          </a:p>
          <a:p>
            <a:pPr>
              <a:buNone/>
            </a:pPr>
            <a:r>
              <a:rPr lang="en-US" dirty="0"/>
              <a:t>e(t)= error signal</a:t>
            </a:r>
          </a:p>
          <a:p>
            <a:pPr>
              <a:buNone/>
            </a:pPr>
            <a:r>
              <a:rPr lang="en-US" dirty="0"/>
              <a:t>b(t)= feedback signal</a:t>
            </a:r>
          </a:p>
          <a:p>
            <a:pPr>
              <a:buNone/>
            </a:pPr>
            <a:r>
              <a:rPr lang="en-US" dirty="0"/>
              <a:t>R(s)=Laplace transform of input</a:t>
            </a:r>
          </a:p>
          <a:p>
            <a:pPr>
              <a:buNone/>
            </a:pPr>
            <a:r>
              <a:rPr lang="en-US" dirty="0"/>
              <a:t>C(s)= Laplace transform of output</a:t>
            </a:r>
          </a:p>
          <a:p>
            <a:pPr>
              <a:buNone/>
            </a:pPr>
            <a:r>
              <a:rPr lang="en-US" dirty="0"/>
              <a:t>B(s) Laplace transform of feedback signal</a:t>
            </a:r>
          </a:p>
          <a:p>
            <a:pPr>
              <a:buNone/>
            </a:pPr>
            <a:r>
              <a:rPr lang="en-US" dirty="0"/>
              <a:t>E(s) Laplace transform of error signal</a:t>
            </a:r>
          </a:p>
        </p:txBody>
      </p:sp>
      <p:sp>
        <p:nvSpPr>
          <p:cNvPr id="8" name="Content Placeholder 7"/>
          <p:cNvSpPr>
            <a:spLocks noGrp="1"/>
          </p:cNvSpPr>
          <p:nvPr>
            <p:ph sz="half" idx="2"/>
          </p:nvPr>
        </p:nvSpPr>
        <p:spPr>
          <a:xfrm>
            <a:off x="5878222" y="914400"/>
            <a:ext cx="5979570" cy="5486400"/>
          </a:xfrm>
        </p:spPr>
        <p:txBody>
          <a:bodyPr>
            <a:normAutofit/>
          </a:bodyPr>
          <a:lstStyle/>
          <a:p>
            <a:pPr>
              <a:buNone/>
            </a:pPr>
            <a:r>
              <a:rPr lang="en-US" dirty="0"/>
              <a:t>Block diagram</a:t>
            </a:r>
          </a:p>
          <a:p>
            <a:pPr>
              <a:buNone/>
            </a:pPr>
            <a:endParaRPr lang="en-US" dirty="0"/>
          </a:p>
          <a:p>
            <a:pPr>
              <a:buNone/>
            </a:pPr>
            <a:endParaRPr lang="en-US" dirty="0"/>
          </a:p>
          <a:p>
            <a:pPr>
              <a:buNone/>
            </a:pPr>
            <a:r>
              <a:rPr lang="en-US" sz="2400" dirty="0"/>
              <a:t>                                                                          C(s)</a:t>
            </a:r>
          </a:p>
          <a:p>
            <a:pPr>
              <a:buNone/>
            </a:pPr>
            <a:endParaRPr lang="en-US"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10</a:t>
            </a:fld>
            <a:endParaRPr lang="en-US"/>
          </a:p>
        </p:txBody>
      </p:sp>
      <p:grpSp>
        <p:nvGrpSpPr>
          <p:cNvPr id="24" name="Group 23"/>
          <p:cNvGrpSpPr/>
          <p:nvPr/>
        </p:nvGrpSpPr>
        <p:grpSpPr>
          <a:xfrm>
            <a:off x="6384965" y="2438400"/>
            <a:ext cx="5067433" cy="1981200"/>
            <a:chOff x="4724400" y="2133600"/>
            <a:chExt cx="3810000" cy="1981200"/>
          </a:xfrm>
        </p:grpSpPr>
        <p:sp>
          <p:nvSpPr>
            <p:cNvPr id="9" name="Rectangle 8"/>
            <p:cNvSpPr/>
            <p:nvPr/>
          </p:nvSpPr>
          <p:spPr>
            <a:xfrm>
              <a:off x="6553200" y="2133600"/>
              <a:ext cx="9144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p:cNvGrpSpPr/>
            <p:nvPr/>
          </p:nvGrpSpPr>
          <p:grpSpPr>
            <a:xfrm>
              <a:off x="5257800" y="2286000"/>
              <a:ext cx="609600" cy="609600"/>
              <a:chOff x="5257800" y="2286000"/>
              <a:chExt cx="609600" cy="609600"/>
            </a:xfrm>
          </p:grpSpPr>
          <p:sp>
            <p:nvSpPr>
              <p:cNvPr id="10" name="Oval 9"/>
              <p:cNvSpPr/>
              <p:nvPr/>
            </p:nvSpPr>
            <p:spPr>
              <a:xfrm>
                <a:off x="5257800" y="2286000"/>
                <a:ext cx="609600" cy="6096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10" idx="1"/>
                <a:endCxn id="10" idx="5"/>
              </p:cNvCxnSpPr>
              <p:nvPr/>
            </p:nvCxnSpPr>
            <p:spPr>
              <a:xfrm rot="16200000" flipH="1">
                <a:off x="5347074" y="2375274"/>
                <a:ext cx="431052" cy="43105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0" idx="7"/>
                <a:endCxn id="10" idx="3"/>
              </p:cNvCxnSpPr>
              <p:nvPr/>
            </p:nvCxnSpPr>
            <p:spPr>
              <a:xfrm rot="16200000" flipH="1" flipV="1">
                <a:off x="5347074" y="2375274"/>
                <a:ext cx="431052" cy="43105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 name="Straight Arrow Connector 17"/>
            <p:cNvCxnSpPr>
              <a:stCxn id="10" idx="6"/>
              <a:endCxn id="9" idx="1"/>
            </p:cNvCxnSpPr>
            <p:nvPr/>
          </p:nvCxnSpPr>
          <p:spPr>
            <a:xfrm>
              <a:off x="5867400" y="2590800"/>
              <a:ext cx="6858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9" idx="3"/>
            </p:cNvCxnSpPr>
            <p:nvPr/>
          </p:nvCxnSpPr>
          <p:spPr>
            <a:xfrm>
              <a:off x="7467600" y="2590800"/>
              <a:ext cx="10668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10" idx="2"/>
            </p:cNvCxnSpPr>
            <p:nvPr/>
          </p:nvCxnSpPr>
          <p:spPr>
            <a:xfrm>
              <a:off x="4724400" y="2590800"/>
              <a:ext cx="5334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6553200" y="3200400"/>
              <a:ext cx="9906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a:endCxn id="23" idx="3"/>
            </p:cNvCxnSpPr>
            <p:nvPr/>
          </p:nvCxnSpPr>
          <p:spPr>
            <a:xfrm rot="10800000">
              <a:off x="7543800" y="3657600"/>
              <a:ext cx="3810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flipV="1">
              <a:off x="7391400" y="3124200"/>
              <a:ext cx="10668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10" idx="4"/>
            </p:cNvCxnSpPr>
            <p:nvPr/>
          </p:nvCxnSpPr>
          <p:spPr>
            <a:xfrm rot="5400000" flipH="1" flipV="1">
              <a:off x="5181600" y="3276600"/>
              <a:ext cx="7620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1"/>
            </p:cNvCxnSpPr>
            <p:nvPr/>
          </p:nvCxnSpPr>
          <p:spPr>
            <a:xfrm rot="10800000">
              <a:off x="5562600" y="3657600"/>
              <a:ext cx="990600"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705600" y="2362200"/>
              <a:ext cx="609600" cy="369332"/>
            </a:xfrm>
            <a:prstGeom prst="rect">
              <a:avLst/>
            </a:prstGeom>
            <a:noFill/>
          </p:spPr>
          <p:txBody>
            <a:bodyPr wrap="square" rtlCol="0">
              <a:spAutoFit/>
            </a:bodyPr>
            <a:lstStyle/>
            <a:p>
              <a:r>
                <a:rPr lang="en-US" dirty="0"/>
                <a:t>G(s)</a:t>
              </a:r>
            </a:p>
          </p:txBody>
        </p:sp>
        <p:sp>
          <p:nvSpPr>
            <p:cNvPr id="36" name="TextBox 35"/>
            <p:cNvSpPr txBox="1"/>
            <p:nvPr/>
          </p:nvSpPr>
          <p:spPr>
            <a:xfrm>
              <a:off x="6781800" y="3505200"/>
              <a:ext cx="685800" cy="369332"/>
            </a:xfrm>
            <a:prstGeom prst="rect">
              <a:avLst/>
            </a:prstGeom>
            <a:noFill/>
          </p:spPr>
          <p:txBody>
            <a:bodyPr wrap="square" rtlCol="0">
              <a:spAutoFit/>
            </a:bodyPr>
            <a:lstStyle/>
            <a:p>
              <a:r>
                <a:rPr lang="en-US" dirty="0"/>
                <a:t>H(s)</a:t>
              </a:r>
            </a:p>
          </p:txBody>
        </p:sp>
      </p:grpSp>
      <p:sp>
        <p:nvSpPr>
          <p:cNvPr id="26" name="TextBox 25"/>
          <p:cNvSpPr txBox="1"/>
          <p:nvPr/>
        </p:nvSpPr>
        <p:spPr>
          <a:xfrm>
            <a:off x="5979570" y="2365900"/>
            <a:ext cx="1216184" cy="523220"/>
          </a:xfrm>
          <a:prstGeom prst="rect">
            <a:avLst/>
          </a:prstGeom>
          <a:noFill/>
        </p:spPr>
        <p:txBody>
          <a:bodyPr wrap="square" rtlCol="0">
            <a:spAutoFit/>
          </a:bodyPr>
          <a:lstStyle/>
          <a:p>
            <a:r>
              <a:rPr lang="en-US" sz="2800" dirty="0"/>
              <a:t>R(s)</a:t>
            </a:r>
          </a:p>
        </p:txBody>
      </p:sp>
      <p:sp>
        <p:nvSpPr>
          <p:cNvPr id="28" name="TextBox 27"/>
          <p:cNvSpPr txBox="1"/>
          <p:nvPr/>
        </p:nvSpPr>
        <p:spPr>
          <a:xfrm>
            <a:off x="7909719" y="2438400"/>
            <a:ext cx="762000" cy="430887"/>
          </a:xfrm>
          <a:prstGeom prst="rect">
            <a:avLst/>
          </a:prstGeom>
          <a:noFill/>
        </p:spPr>
        <p:txBody>
          <a:bodyPr wrap="square" rtlCol="0">
            <a:spAutoFit/>
          </a:bodyPr>
          <a:lstStyle/>
          <a:p>
            <a:r>
              <a:rPr lang="en-US" sz="2200" dirty="0"/>
              <a:t>e(t)</a:t>
            </a:r>
          </a:p>
        </p:txBody>
      </p:sp>
      <p:sp>
        <p:nvSpPr>
          <p:cNvPr id="29" name="TextBox 28"/>
          <p:cNvSpPr txBox="1"/>
          <p:nvPr/>
        </p:nvSpPr>
        <p:spPr>
          <a:xfrm>
            <a:off x="7757319" y="3526280"/>
            <a:ext cx="990600" cy="430887"/>
          </a:xfrm>
          <a:prstGeom prst="rect">
            <a:avLst/>
          </a:prstGeom>
          <a:noFill/>
        </p:spPr>
        <p:txBody>
          <a:bodyPr wrap="square" rtlCol="0">
            <a:spAutoFit/>
          </a:bodyPr>
          <a:lstStyle/>
          <a:p>
            <a:r>
              <a:rPr lang="en-US" sz="2200" dirty="0"/>
              <a:t>b(t)</a:t>
            </a:r>
          </a:p>
        </p:txBody>
      </p:sp>
      <p:sp>
        <p:nvSpPr>
          <p:cNvPr id="30" name="TextBox 29"/>
          <p:cNvSpPr txBox="1"/>
          <p:nvPr/>
        </p:nvSpPr>
        <p:spPr>
          <a:xfrm>
            <a:off x="7147719" y="3124200"/>
            <a:ext cx="304800" cy="430887"/>
          </a:xfrm>
          <a:prstGeom prst="rect">
            <a:avLst/>
          </a:prstGeom>
          <a:noFill/>
        </p:spPr>
        <p:txBody>
          <a:bodyPr wrap="square" rtlCol="0">
            <a:spAutoFit/>
          </a:bodyPr>
          <a:lstStyle/>
          <a:p>
            <a:r>
              <a:rPr lang="en-US" sz="2200" dirty="0"/>
              <a:t>-</a:t>
            </a:r>
          </a:p>
        </p:txBody>
      </p:sp>
      <p:sp>
        <p:nvSpPr>
          <p:cNvPr id="32" name="TextBox 31"/>
          <p:cNvSpPr txBox="1"/>
          <p:nvPr/>
        </p:nvSpPr>
        <p:spPr>
          <a:xfrm>
            <a:off x="6766719" y="2362200"/>
            <a:ext cx="304800" cy="430887"/>
          </a:xfrm>
          <a:prstGeom prst="rect">
            <a:avLst/>
          </a:prstGeom>
          <a:noFill/>
        </p:spPr>
        <p:txBody>
          <a:bodyPr wrap="square" rtlCol="0">
            <a:spAutoFit/>
          </a:bodyPr>
          <a:lstStyle/>
          <a:p>
            <a:r>
              <a:rPr lang="en-US" sz="2200" dirty="0"/>
              <a:t>+</a:t>
            </a:r>
          </a:p>
        </p:txBody>
      </p:sp>
      <p:sp>
        <p:nvSpPr>
          <p:cNvPr id="35" name="TextBox 34"/>
          <p:cNvSpPr txBox="1"/>
          <p:nvPr/>
        </p:nvSpPr>
        <p:spPr>
          <a:xfrm>
            <a:off x="7757319" y="4038600"/>
            <a:ext cx="914400" cy="430887"/>
          </a:xfrm>
          <a:prstGeom prst="rect">
            <a:avLst/>
          </a:prstGeom>
          <a:noFill/>
        </p:spPr>
        <p:txBody>
          <a:bodyPr wrap="square" rtlCol="0">
            <a:spAutoFit/>
          </a:bodyPr>
          <a:lstStyle/>
          <a:p>
            <a:r>
              <a:rPr lang="en-US" sz="2200" dirty="0"/>
              <a:t>B(s)</a:t>
            </a:r>
          </a:p>
        </p:txBody>
      </p:sp>
      <p:sp>
        <p:nvSpPr>
          <p:cNvPr id="37" name="TextBox 36"/>
          <p:cNvSpPr txBox="1"/>
          <p:nvPr/>
        </p:nvSpPr>
        <p:spPr>
          <a:xfrm>
            <a:off x="7909719" y="2895600"/>
            <a:ext cx="914400" cy="430887"/>
          </a:xfrm>
          <a:prstGeom prst="rect">
            <a:avLst/>
          </a:prstGeom>
          <a:noFill/>
        </p:spPr>
        <p:txBody>
          <a:bodyPr wrap="square" rtlCol="0">
            <a:spAutoFit/>
          </a:bodyPr>
          <a:lstStyle/>
          <a:p>
            <a:r>
              <a:rPr lang="en-US" sz="2200" dirty="0"/>
              <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202698" y="152400"/>
            <a:ext cx="11756443" cy="6248400"/>
          </a:xfrm>
        </p:spPr>
        <p:txBody>
          <a:bodyPr/>
          <a:lstStyle/>
          <a:p>
            <a:pPr>
              <a:buNone/>
            </a:pPr>
            <a:r>
              <a:rPr lang="en-US" dirty="0"/>
              <a:t>From the figure</a:t>
            </a:r>
          </a:p>
          <a:p>
            <a:pPr>
              <a:buNone/>
            </a:pPr>
            <a:endParaRPr lang="en-US" dirty="0"/>
          </a:p>
          <a:p>
            <a:pPr>
              <a:buNone/>
            </a:pPr>
            <a:endParaRPr lang="en-US" dirty="0"/>
          </a:p>
          <a:p>
            <a:pPr>
              <a:buNone/>
            </a:pPr>
            <a:r>
              <a:rPr lang="en-US" dirty="0"/>
              <a:t>The error signal is</a:t>
            </a:r>
          </a:p>
          <a:p>
            <a:pPr>
              <a:buNone/>
            </a:pPr>
            <a:r>
              <a:rPr lang="en-US" dirty="0"/>
              <a:t>From above equations we get</a:t>
            </a:r>
          </a:p>
          <a:p>
            <a:pPr>
              <a:buNone/>
            </a:pPr>
            <a:r>
              <a:rPr lang="en-US" dirty="0"/>
              <a:t> </a:t>
            </a:r>
          </a:p>
          <a:p>
            <a:pPr>
              <a:buNone/>
            </a:pPr>
            <a:endParaRPr lang="en-US" dirty="0"/>
          </a:p>
          <a:p>
            <a:pPr>
              <a:buNone/>
            </a:pPr>
            <a:endParaRPr lang="en-US" dirty="0"/>
          </a:p>
          <a:p>
            <a:pPr>
              <a:buNone/>
            </a:pPr>
            <a:endParaRPr lang="en-US" dirty="0"/>
          </a:p>
          <a:p>
            <a:pPr>
              <a:buNone/>
            </a:pPr>
            <a:endParaRPr lang="en-US" dirty="0"/>
          </a:p>
        </p:txBody>
      </p:sp>
      <p:sp>
        <p:nvSpPr>
          <p:cNvPr id="5" name="Footer Placeholder 4"/>
          <p:cNvSpPr>
            <a:spLocks noGrp="1"/>
          </p:cNvSpPr>
          <p:nvPr>
            <p:ph type="ftr" sz="quarter" idx="11"/>
          </p:nvPr>
        </p:nvSpPr>
        <p:spPr/>
        <p:txBody>
          <a:bodyPr/>
          <a:lstStyle/>
          <a:p>
            <a:r>
              <a:rPr lang="en-US" dirty="0">
                <a:solidFill>
                  <a:schemeClr val="tx1"/>
                </a:solidFill>
              </a:rPr>
              <a:t>SYED HASAN SAEED</a:t>
            </a:r>
          </a:p>
        </p:txBody>
      </p:sp>
      <p:sp>
        <p:nvSpPr>
          <p:cNvPr id="6" name="Slide Number Placeholder 5"/>
          <p:cNvSpPr>
            <a:spLocks noGrp="1"/>
          </p:cNvSpPr>
          <p:nvPr>
            <p:ph type="sldNum" sz="quarter" idx="12"/>
          </p:nvPr>
        </p:nvSpPr>
        <p:spPr/>
        <p:txBody>
          <a:bodyPr/>
          <a:lstStyle/>
          <a:p>
            <a:fld id="{DFFB4172-2071-4B6D-9A3C-0848A49D4CBF}" type="slidenum">
              <a:rPr lang="en-US" smtClean="0"/>
              <a:pPr/>
              <a:t>11</a:t>
            </a:fld>
            <a:endParaRPr lang="en-US"/>
          </a:p>
        </p:txBody>
      </p:sp>
      <p:graphicFrame>
        <p:nvGraphicFramePr>
          <p:cNvPr id="9" name="Object 8"/>
          <p:cNvGraphicFramePr>
            <a:graphicFrameLocks noChangeAspect="1"/>
          </p:cNvGraphicFramePr>
          <p:nvPr/>
        </p:nvGraphicFramePr>
        <p:xfrm>
          <a:off x="2210669" y="765176"/>
          <a:ext cx="6583439" cy="1368425"/>
        </p:xfrm>
        <a:graphic>
          <a:graphicData uri="http://schemas.openxmlformats.org/presentationml/2006/ole">
            <mc:AlternateContent xmlns:mc="http://schemas.openxmlformats.org/markup-compatibility/2006">
              <mc:Choice xmlns:v="urn:schemas-microsoft-com:vml" Requires="v">
                <p:oleObj name="Equation" r:id="rId2" imgW="1955520" imgH="660240" progId="Equation.3">
                  <p:embed/>
                </p:oleObj>
              </mc:Choice>
              <mc:Fallback>
                <p:oleObj name="Equation" r:id="rId2" imgW="1955520" imgH="6602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669" y="765176"/>
                        <a:ext cx="6583439" cy="1368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4560689" y="1981200"/>
          <a:ext cx="3302277" cy="431800"/>
        </p:xfrm>
        <a:graphic>
          <a:graphicData uri="http://schemas.openxmlformats.org/presentationml/2006/ole">
            <mc:AlternateContent xmlns:mc="http://schemas.openxmlformats.org/markup-compatibility/2006">
              <mc:Choice xmlns:v="urn:schemas-microsoft-com:vml" Requires="v">
                <p:oleObj name="Equation" r:id="rId4" imgW="1168200" imgH="203040" progId="Equation.3">
                  <p:embed/>
                </p:oleObj>
              </mc:Choice>
              <mc:Fallback>
                <p:oleObj name="Equation" r:id="rId4" imgW="1168200" imgH="20304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0689" y="1981200"/>
                        <a:ext cx="330227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2200110" y="3106739"/>
          <a:ext cx="8473170" cy="3140075"/>
        </p:xfrm>
        <a:graphic>
          <a:graphicData uri="http://schemas.openxmlformats.org/presentationml/2006/ole">
            <mc:AlternateContent xmlns:mc="http://schemas.openxmlformats.org/markup-compatibility/2006">
              <mc:Choice xmlns:v="urn:schemas-microsoft-com:vml" Requires="v">
                <p:oleObj name="Equation" r:id="rId6" imgW="2730240" imgH="1346040" progId="Equation.3">
                  <p:embed/>
                </p:oleObj>
              </mc:Choice>
              <mc:Fallback>
                <p:oleObj name="Equation" r:id="rId6" imgW="2730240" imgH="13460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0110" y="3106739"/>
                        <a:ext cx="8473170" cy="314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698" y="152400"/>
            <a:ext cx="11756443" cy="6172200"/>
          </a:xfrm>
        </p:spPr>
        <p:txBody>
          <a:bodyPr/>
          <a:lstStyle/>
          <a:p>
            <a:pPr>
              <a:buNone/>
            </a:pPr>
            <a:r>
              <a:rPr lang="en-US" dirty="0"/>
              <a:t>Equation (3) is for negative feedback.</a:t>
            </a:r>
          </a:p>
          <a:p>
            <a:pPr>
              <a:buNone/>
            </a:pPr>
            <a:r>
              <a:rPr lang="en-US" dirty="0"/>
              <a:t>For positive feedback equation (3) becomes</a:t>
            </a:r>
          </a:p>
          <a:p>
            <a:pPr>
              <a:buNone/>
            </a:pPr>
            <a:endParaRPr lang="en-US" dirty="0"/>
          </a:p>
          <a:p>
            <a:pPr>
              <a:buNone/>
            </a:pPr>
            <a:endParaRPr lang="en-US" dirty="0"/>
          </a:p>
          <a:p>
            <a:pPr>
              <a:buNone/>
            </a:pPr>
            <a:endParaRPr lang="en-US" dirty="0"/>
          </a:p>
          <a:p>
            <a:pPr>
              <a:buNone/>
            </a:pPr>
            <a:endParaRPr lang="en-US" dirty="0"/>
          </a:p>
          <a:p>
            <a:pPr>
              <a:buNone/>
            </a:pPr>
            <a:endParaRPr lang="en-US"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12</a:t>
            </a:fld>
            <a:endParaRPr lang="en-US"/>
          </a:p>
        </p:txBody>
      </p:sp>
      <p:graphicFrame>
        <p:nvGraphicFramePr>
          <p:cNvPr id="3074" name="Object 2"/>
          <p:cNvGraphicFramePr>
            <a:graphicFrameLocks noChangeAspect="1"/>
          </p:cNvGraphicFramePr>
          <p:nvPr/>
        </p:nvGraphicFramePr>
        <p:xfrm>
          <a:off x="3344505" y="1447800"/>
          <a:ext cx="4113066" cy="990600"/>
        </p:xfrm>
        <a:graphic>
          <a:graphicData uri="http://schemas.openxmlformats.org/presentationml/2006/ole">
            <mc:AlternateContent xmlns:mc="http://schemas.openxmlformats.org/markup-compatibility/2006">
              <mc:Choice xmlns:v="urn:schemas-microsoft-com:vml" Requires="v">
                <p:oleObj name="Equation" r:id="rId2" imgW="1307880" imgH="419040" progId="Equation.3">
                  <p:embed/>
                </p:oleObj>
              </mc:Choice>
              <mc:Fallback>
                <p:oleObj name="Equation" r:id="rId2" imgW="1307880" imgH="41904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4505" y="1447800"/>
                        <a:ext cx="4113066"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B7391-74AD-792D-5154-EDE7FC3668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FCC405-B989-6610-4816-0F4FC4E4BFEA}"/>
              </a:ext>
            </a:extLst>
          </p:cNvPr>
          <p:cNvSpPr>
            <a:spLocks noGrp="1"/>
          </p:cNvSpPr>
          <p:nvPr>
            <p:ph idx="1"/>
          </p:nvPr>
        </p:nvSpPr>
        <p:spPr>
          <a:xfrm>
            <a:off x="202698" y="152400"/>
            <a:ext cx="11959140" cy="6172200"/>
          </a:xfrm>
        </p:spPr>
        <p:txBody>
          <a:bodyPr/>
          <a:lstStyle/>
          <a:p>
            <a:pPr>
              <a:buNone/>
            </a:pPr>
            <a:endParaRPr lang="en-US" dirty="0"/>
          </a:p>
          <a:p>
            <a:pPr>
              <a:buNone/>
            </a:pPr>
            <a:endParaRPr lang="en-US" dirty="0"/>
          </a:p>
          <a:p>
            <a:pPr>
              <a:buNone/>
            </a:pPr>
            <a:endParaRPr lang="en-US" dirty="0"/>
          </a:p>
          <a:p>
            <a:pPr>
              <a:buNone/>
            </a:pPr>
            <a:endParaRPr lang="en-US" dirty="0"/>
          </a:p>
        </p:txBody>
      </p:sp>
      <p:sp>
        <p:nvSpPr>
          <p:cNvPr id="4" name="Footer Placeholder 3">
            <a:extLst>
              <a:ext uri="{FF2B5EF4-FFF2-40B4-BE49-F238E27FC236}">
                <a16:creationId xmlns:a16="http://schemas.microsoft.com/office/drawing/2014/main" id="{29B70245-1267-C60C-2BC3-FED7EC195E43}"/>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73D4B0D9-E152-CCAA-3102-2A298F0D6BBB}"/>
              </a:ext>
            </a:extLst>
          </p:cNvPr>
          <p:cNvSpPr>
            <a:spLocks noGrp="1"/>
          </p:cNvSpPr>
          <p:nvPr>
            <p:ph type="sldNum" sz="quarter" idx="12"/>
          </p:nvPr>
        </p:nvSpPr>
        <p:spPr/>
        <p:txBody>
          <a:bodyPr/>
          <a:lstStyle/>
          <a:p>
            <a:fld id="{DFFB4172-2071-4B6D-9A3C-0848A49D4CBF}" type="slidenum">
              <a:rPr lang="en-US" smtClean="0"/>
              <a:pPr/>
              <a:t>13</a:t>
            </a:fld>
            <a:endParaRPr lang="en-US"/>
          </a:p>
        </p:txBody>
      </p:sp>
      <p:sp>
        <p:nvSpPr>
          <p:cNvPr id="2" name="TextBox 1">
            <a:extLst>
              <a:ext uri="{FF2B5EF4-FFF2-40B4-BE49-F238E27FC236}">
                <a16:creationId xmlns:a16="http://schemas.microsoft.com/office/drawing/2014/main" id="{E28536C7-EB81-EEB7-00C6-A503D061A540}"/>
              </a:ext>
            </a:extLst>
          </p:cNvPr>
          <p:cNvSpPr txBox="1"/>
          <p:nvPr/>
        </p:nvSpPr>
        <p:spPr>
          <a:xfrm>
            <a:off x="504746" y="271790"/>
            <a:ext cx="11049000"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HOW TO DRAW BLOCK DIAGRAM ?</a:t>
            </a:r>
            <a:endParaRPr lang="en-IN" sz="2800" dirty="0">
              <a:latin typeface="Times New Roman" panose="02020603050405020304" pitchFamily="18" charset="0"/>
              <a:cs typeface="Times New Roman" panose="02020603050405020304" pitchFamily="18" charset="0"/>
            </a:endParaRPr>
          </a:p>
        </p:txBody>
      </p:sp>
      <p:grpSp>
        <p:nvGrpSpPr>
          <p:cNvPr id="3265" name="Group 3264">
            <a:extLst>
              <a:ext uri="{FF2B5EF4-FFF2-40B4-BE49-F238E27FC236}">
                <a16:creationId xmlns:a16="http://schemas.microsoft.com/office/drawing/2014/main" id="{FA43BF28-E635-08EE-22C5-1F4650801903}"/>
              </a:ext>
            </a:extLst>
          </p:cNvPr>
          <p:cNvGrpSpPr/>
          <p:nvPr/>
        </p:nvGrpSpPr>
        <p:grpSpPr>
          <a:xfrm>
            <a:off x="4136628" y="1600200"/>
            <a:ext cx="8167664" cy="2111237"/>
            <a:chOff x="4166359" y="2079763"/>
            <a:chExt cx="8167664" cy="2111237"/>
          </a:xfrm>
        </p:grpSpPr>
        <p:sp>
          <p:nvSpPr>
            <p:cNvPr id="3238" name="Rectangle 3237">
              <a:extLst>
                <a:ext uri="{FF2B5EF4-FFF2-40B4-BE49-F238E27FC236}">
                  <a16:creationId xmlns:a16="http://schemas.microsoft.com/office/drawing/2014/main" id="{7280B3A4-A681-3D18-3113-84FDEB176E88}"/>
                </a:ext>
              </a:extLst>
            </p:cNvPr>
            <p:cNvSpPr/>
            <p:nvPr/>
          </p:nvSpPr>
          <p:spPr>
            <a:xfrm>
              <a:off x="5166519" y="2476500"/>
              <a:ext cx="16764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39" name="Rectangle 3238">
              <a:extLst>
                <a:ext uri="{FF2B5EF4-FFF2-40B4-BE49-F238E27FC236}">
                  <a16:creationId xmlns:a16="http://schemas.microsoft.com/office/drawing/2014/main" id="{F2210A8F-829B-0D32-AAD9-0B6022957FA5}"/>
                </a:ext>
              </a:extLst>
            </p:cNvPr>
            <p:cNvSpPr/>
            <p:nvPr/>
          </p:nvSpPr>
          <p:spPr>
            <a:xfrm>
              <a:off x="7423880" y="2476500"/>
              <a:ext cx="16764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40" name="Rectangle 3239">
              <a:extLst>
                <a:ext uri="{FF2B5EF4-FFF2-40B4-BE49-F238E27FC236}">
                  <a16:creationId xmlns:a16="http://schemas.microsoft.com/office/drawing/2014/main" id="{CEA6F368-0A48-60C5-68D3-4080E3BEF3D3}"/>
                </a:ext>
              </a:extLst>
            </p:cNvPr>
            <p:cNvSpPr/>
            <p:nvPr/>
          </p:nvSpPr>
          <p:spPr>
            <a:xfrm>
              <a:off x="9615310" y="2476500"/>
              <a:ext cx="16764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43" name="Rectangle 3242">
              <a:extLst>
                <a:ext uri="{FF2B5EF4-FFF2-40B4-BE49-F238E27FC236}">
                  <a16:creationId xmlns:a16="http://schemas.microsoft.com/office/drawing/2014/main" id="{DB3F821C-C8FE-39C4-1001-CB4FE0BBB5F8}"/>
                </a:ext>
              </a:extLst>
            </p:cNvPr>
            <p:cNvSpPr/>
            <p:nvPr/>
          </p:nvSpPr>
          <p:spPr>
            <a:xfrm>
              <a:off x="7423880" y="3505200"/>
              <a:ext cx="16764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45" name="Straight Arrow Connector 3244">
              <a:extLst>
                <a:ext uri="{FF2B5EF4-FFF2-40B4-BE49-F238E27FC236}">
                  <a16:creationId xmlns:a16="http://schemas.microsoft.com/office/drawing/2014/main" id="{4418095E-D065-9EAF-1602-AF87B3EB1905}"/>
                </a:ext>
              </a:extLst>
            </p:cNvPr>
            <p:cNvCxnSpPr>
              <a:endCxn id="3238" idx="1"/>
            </p:cNvCxnSpPr>
            <p:nvPr/>
          </p:nvCxnSpPr>
          <p:spPr>
            <a:xfrm>
              <a:off x="4480719" y="2819400"/>
              <a:ext cx="6858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47" name="Straight Arrow Connector 3246">
              <a:extLst>
                <a:ext uri="{FF2B5EF4-FFF2-40B4-BE49-F238E27FC236}">
                  <a16:creationId xmlns:a16="http://schemas.microsoft.com/office/drawing/2014/main" id="{8C2E4A56-B69D-ECBC-42AA-08FF38DB7ECC}"/>
                </a:ext>
              </a:extLst>
            </p:cNvPr>
            <p:cNvCxnSpPr>
              <a:stCxn id="3238" idx="3"/>
              <a:endCxn id="3239" idx="1"/>
            </p:cNvCxnSpPr>
            <p:nvPr/>
          </p:nvCxnSpPr>
          <p:spPr>
            <a:xfrm>
              <a:off x="6842919" y="2819400"/>
              <a:ext cx="5809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48" name="Straight Arrow Connector 3247">
              <a:extLst>
                <a:ext uri="{FF2B5EF4-FFF2-40B4-BE49-F238E27FC236}">
                  <a16:creationId xmlns:a16="http://schemas.microsoft.com/office/drawing/2014/main" id="{A9C54C29-0E67-481D-0408-E81ED25831EC}"/>
                </a:ext>
              </a:extLst>
            </p:cNvPr>
            <p:cNvCxnSpPr>
              <a:cxnSpLocks/>
              <a:stCxn id="3239" idx="3"/>
            </p:cNvCxnSpPr>
            <p:nvPr/>
          </p:nvCxnSpPr>
          <p:spPr>
            <a:xfrm>
              <a:off x="9100280" y="2819400"/>
              <a:ext cx="515030" cy="31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50" name="Straight Arrow Connector 3249">
              <a:extLst>
                <a:ext uri="{FF2B5EF4-FFF2-40B4-BE49-F238E27FC236}">
                  <a16:creationId xmlns:a16="http://schemas.microsoft.com/office/drawing/2014/main" id="{61534FBC-3920-8446-8ABB-DB3A6AC02F83}"/>
                </a:ext>
              </a:extLst>
            </p:cNvPr>
            <p:cNvCxnSpPr>
              <a:cxnSpLocks/>
            </p:cNvCxnSpPr>
            <p:nvPr/>
          </p:nvCxnSpPr>
          <p:spPr>
            <a:xfrm>
              <a:off x="11291710" y="2819400"/>
              <a:ext cx="515030" cy="31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52" name="Straight Connector 3251">
              <a:extLst>
                <a:ext uri="{FF2B5EF4-FFF2-40B4-BE49-F238E27FC236}">
                  <a16:creationId xmlns:a16="http://schemas.microsoft.com/office/drawing/2014/main" id="{4A62156D-7F98-F3F1-2FB3-9DFEB4C893CF}"/>
                </a:ext>
              </a:extLst>
            </p:cNvPr>
            <p:cNvCxnSpPr/>
            <p:nvPr/>
          </p:nvCxnSpPr>
          <p:spPr>
            <a:xfrm>
              <a:off x="11549225" y="2819400"/>
              <a:ext cx="0" cy="10287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4" name="Straight Arrow Connector 3253">
              <a:extLst>
                <a:ext uri="{FF2B5EF4-FFF2-40B4-BE49-F238E27FC236}">
                  <a16:creationId xmlns:a16="http://schemas.microsoft.com/office/drawing/2014/main" id="{D3A9BB85-6115-B77F-604E-4F30C9AC0EEA}"/>
                </a:ext>
              </a:extLst>
            </p:cNvPr>
            <p:cNvCxnSpPr>
              <a:endCxn id="3243" idx="3"/>
            </p:cNvCxnSpPr>
            <p:nvPr/>
          </p:nvCxnSpPr>
          <p:spPr>
            <a:xfrm flipH="1">
              <a:off x="9100280" y="3848100"/>
              <a:ext cx="24489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56" name="Straight Connector 3255">
              <a:extLst>
                <a:ext uri="{FF2B5EF4-FFF2-40B4-BE49-F238E27FC236}">
                  <a16:creationId xmlns:a16="http://schemas.microsoft.com/office/drawing/2014/main" id="{D0A401E9-84FE-46C5-F8AC-975F77F9DB2F}"/>
                </a:ext>
              </a:extLst>
            </p:cNvPr>
            <p:cNvCxnSpPr>
              <a:stCxn id="3243" idx="1"/>
            </p:cNvCxnSpPr>
            <p:nvPr/>
          </p:nvCxnSpPr>
          <p:spPr>
            <a:xfrm flipH="1">
              <a:off x="5928519" y="3848100"/>
              <a:ext cx="14953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8" name="Straight Arrow Connector 3257">
              <a:extLst>
                <a:ext uri="{FF2B5EF4-FFF2-40B4-BE49-F238E27FC236}">
                  <a16:creationId xmlns:a16="http://schemas.microsoft.com/office/drawing/2014/main" id="{24238490-8F44-4FA6-1013-E6585B173372}"/>
                </a:ext>
              </a:extLst>
            </p:cNvPr>
            <p:cNvCxnSpPr/>
            <p:nvPr/>
          </p:nvCxnSpPr>
          <p:spPr>
            <a:xfrm flipV="1">
              <a:off x="5928519" y="3162300"/>
              <a:ext cx="0" cy="6858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59" name="TextBox 3258">
              <a:extLst>
                <a:ext uri="{FF2B5EF4-FFF2-40B4-BE49-F238E27FC236}">
                  <a16:creationId xmlns:a16="http://schemas.microsoft.com/office/drawing/2014/main" id="{6FD6A413-E598-DA08-40A0-1A355424B35F}"/>
                </a:ext>
              </a:extLst>
            </p:cNvPr>
            <p:cNvSpPr txBox="1"/>
            <p:nvPr/>
          </p:nvSpPr>
          <p:spPr>
            <a:xfrm>
              <a:off x="5395120" y="2619345"/>
              <a:ext cx="143753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Controller</a:t>
              </a:r>
              <a:endParaRPr lang="en-IN" sz="2000" dirty="0">
                <a:latin typeface="Times New Roman" panose="02020603050405020304" pitchFamily="18" charset="0"/>
                <a:cs typeface="Times New Roman" panose="02020603050405020304" pitchFamily="18" charset="0"/>
              </a:endParaRPr>
            </a:p>
          </p:txBody>
        </p:sp>
        <p:sp>
          <p:nvSpPr>
            <p:cNvPr id="3260" name="TextBox 3259">
              <a:extLst>
                <a:ext uri="{FF2B5EF4-FFF2-40B4-BE49-F238E27FC236}">
                  <a16:creationId xmlns:a16="http://schemas.microsoft.com/office/drawing/2014/main" id="{34B136DE-8DCD-9114-DD2E-E5A59A0CEDD7}"/>
                </a:ext>
              </a:extLst>
            </p:cNvPr>
            <p:cNvSpPr txBox="1"/>
            <p:nvPr/>
          </p:nvSpPr>
          <p:spPr>
            <a:xfrm>
              <a:off x="7669560" y="2454497"/>
              <a:ext cx="1554820"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Pneumatic </a:t>
              </a:r>
            </a:p>
            <a:p>
              <a:r>
                <a:rPr lang="en-US" sz="2000" dirty="0">
                  <a:latin typeface="Times New Roman" panose="02020603050405020304" pitchFamily="18" charset="0"/>
                  <a:cs typeface="Times New Roman" panose="02020603050405020304" pitchFamily="18" charset="0"/>
                </a:rPr>
                <a:t>Valve</a:t>
              </a:r>
              <a:endParaRPr lang="en-IN" sz="2000" dirty="0">
                <a:latin typeface="Times New Roman" panose="02020603050405020304" pitchFamily="18" charset="0"/>
                <a:cs typeface="Times New Roman" panose="02020603050405020304" pitchFamily="18" charset="0"/>
              </a:endParaRPr>
            </a:p>
          </p:txBody>
        </p:sp>
        <p:sp>
          <p:nvSpPr>
            <p:cNvPr id="3261" name="TextBox 3260">
              <a:extLst>
                <a:ext uri="{FF2B5EF4-FFF2-40B4-BE49-F238E27FC236}">
                  <a16:creationId xmlns:a16="http://schemas.microsoft.com/office/drawing/2014/main" id="{4A8397D7-3B00-936F-7241-506B4BB43F4D}"/>
                </a:ext>
              </a:extLst>
            </p:cNvPr>
            <p:cNvSpPr txBox="1"/>
            <p:nvPr/>
          </p:nvSpPr>
          <p:spPr>
            <a:xfrm>
              <a:off x="9738519" y="2619345"/>
              <a:ext cx="140079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Water Tank</a:t>
              </a:r>
              <a:endParaRPr lang="en-IN" sz="2000" dirty="0">
                <a:latin typeface="Times New Roman" panose="02020603050405020304" pitchFamily="18" charset="0"/>
                <a:cs typeface="Times New Roman" panose="02020603050405020304" pitchFamily="18" charset="0"/>
              </a:endParaRPr>
            </a:p>
          </p:txBody>
        </p:sp>
        <p:sp>
          <p:nvSpPr>
            <p:cNvPr id="3262" name="TextBox 3261">
              <a:extLst>
                <a:ext uri="{FF2B5EF4-FFF2-40B4-BE49-F238E27FC236}">
                  <a16:creationId xmlns:a16="http://schemas.microsoft.com/office/drawing/2014/main" id="{CC646845-3E31-6F3D-316D-0F68F68378B9}"/>
                </a:ext>
              </a:extLst>
            </p:cNvPr>
            <p:cNvSpPr txBox="1"/>
            <p:nvPr/>
          </p:nvSpPr>
          <p:spPr>
            <a:xfrm>
              <a:off x="7838323" y="3661377"/>
              <a:ext cx="9906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Float</a:t>
              </a:r>
              <a:endParaRPr lang="en-IN" sz="2000" dirty="0">
                <a:latin typeface="Times New Roman" panose="02020603050405020304" pitchFamily="18" charset="0"/>
                <a:cs typeface="Times New Roman" panose="02020603050405020304" pitchFamily="18" charset="0"/>
              </a:endParaRPr>
            </a:p>
          </p:txBody>
        </p:sp>
        <p:sp>
          <p:nvSpPr>
            <p:cNvPr id="3263" name="TextBox 3262">
              <a:extLst>
                <a:ext uri="{FF2B5EF4-FFF2-40B4-BE49-F238E27FC236}">
                  <a16:creationId xmlns:a16="http://schemas.microsoft.com/office/drawing/2014/main" id="{61FEE8F7-BAFA-76A4-C78F-6F96887BC584}"/>
                </a:ext>
              </a:extLst>
            </p:cNvPr>
            <p:cNvSpPr txBox="1"/>
            <p:nvPr/>
          </p:nvSpPr>
          <p:spPr>
            <a:xfrm>
              <a:off x="11256402" y="2111513"/>
              <a:ext cx="1077621"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Actual</a:t>
              </a:r>
            </a:p>
            <a:p>
              <a:r>
                <a:rPr lang="en-US" sz="2000" dirty="0">
                  <a:latin typeface="Times New Roman" panose="02020603050405020304" pitchFamily="18" charset="0"/>
                  <a:cs typeface="Times New Roman" panose="02020603050405020304" pitchFamily="18" charset="0"/>
                </a:rPr>
                <a:t>Level</a:t>
              </a:r>
              <a:endParaRPr lang="en-IN" sz="2000" dirty="0">
                <a:latin typeface="Times New Roman" panose="02020603050405020304" pitchFamily="18" charset="0"/>
                <a:cs typeface="Times New Roman" panose="02020603050405020304" pitchFamily="18" charset="0"/>
              </a:endParaRPr>
            </a:p>
          </p:txBody>
        </p:sp>
        <p:sp>
          <p:nvSpPr>
            <p:cNvPr id="3264" name="TextBox 3263">
              <a:extLst>
                <a:ext uri="{FF2B5EF4-FFF2-40B4-BE49-F238E27FC236}">
                  <a16:creationId xmlns:a16="http://schemas.microsoft.com/office/drawing/2014/main" id="{7DEACCF8-7B1B-6117-3DE2-D7399148E3D1}"/>
                </a:ext>
              </a:extLst>
            </p:cNvPr>
            <p:cNvSpPr txBox="1"/>
            <p:nvPr/>
          </p:nvSpPr>
          <p:spPr>
            <a:xfrm>
              <a:off x="4166359" y="2079763"/>
              <a:ext cx="1077621"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Desired</a:t>
              </a:r>
            </a:p>
            <a:p>
              <a:r>
                <a:rPr lang="en-US" sz="2000" dirty="0">
                  <a:latin typeface="Times New Roman" panose="02020603050405020304" pitchFamily="18" charset="0"/>
                  <a:cs typeface="Times New Roman" panose="02020603050405020304" pitchFamily="18" charset="0"/>
                </a:rPr>
                <a:t>Level</a:t>
              </a:r>
              <a:endParaRPr lang="en-IN" sz="2000" dirty="0">
                <a:latin typeface="Times New Roman" panose="02020603050405020304" pitchFamily="18" charset="0"/>
                <a:cs typeface="Times New Roman" panose="02020603050405020304" pitchFamily="18" charset="0"/>
              </a:endParaRPr>
            </a:p>
          </p:txBody>
        </p:sp>
      </p:grpSp>
      <p:grpSp>
        <p:nvGrpSpPr>
          <p:cNvPr id="3267" name="Group 3266">
            <a:extLst>
              <a:ext uri="{FF2B5EF4-FFF2-40B4-BE49-F238E27FC236}">
                <a16:creationId xmlns:a16="http://schemas.microsoft.com/office/drawing/2014/main" id="{1D1226B6-A297-ED6C-C004-4051A3B694F1}"/>
              </a:ext>
            </a:extLst>
          </p:cNvPr>
          <p:cNvGrpSpPr/>
          <p:nvPr/>
        </p:nvGrpSpPr>
        <p:grpSpPr>
          <a:xfrm>
            <a:off x="215407" y="1256186"/>
            <a:ext cx="5782472" cy="4458814"/>
            <a:chOff x="215407" y="1256186"/>
            <a:chExt cx="5782472" cy="4458814"/>
          </a:xfrm>
        </p:grpSpPr>
        <p:grpSp>
          <p:nvGrpSpPr>
            <p:cNvPr id="3237" name="Group 3236">
              <a:extLst>
                <a:ext uri="{FF2B5EF4-FFF2-40B4-BE49-F238E27FC236}">
                  <a16:creationId xmlns:a16="http://schemas.microsoft.com/office/drawing/2014/main" id="{0686B561-F1A0-0E25-91F7-DB1D87A713E1}"/>
                </a:ext>
              </a:extLst>
            </p:cNvPr>
            <p:cNvGrpSpPr/>
            <p:nvPr/>
          </p:nvGrpSpPr>
          <p:grpSpPr>
            <a:xfrm>
              <a:off x="215407" y="1256186"/>
              <a:ext cx="5782472" cy="3964627"/>
              <a:chOff x="227184" y="1256186"/>
              <a:chExt cx="5782472" cy="3964627"/>
            </a:xfrm>
          </p:grpSpPr>
          <p:cxnSp>
            <p:nvCxnSpPr>
              <p:cNvPr id="7" name="Straight Connector 6">
                <a:extLst>
                  <a:ext uri="{FF2B5EF4-FFF2-40B4-BE49-F238E27FC236}">
                    <a16:creationId xmlns:a16="http://schemas.microsoft.com/office/drawing/2014/main" id="{2C970D16-FD43-AB99-985A-5DCE4AE3A0E6}"/>
                  </a:ext>
                </a:extLst>
              </p:cNvPr>
              <p:cNvCxnSpPr/>
              <p:nvPr/>
            </p:nvCxnSpPr>
            <p:spPr>
              <a:xfrm>
                <a:off x="1762005" y="3084986"/>
                <a:ext cx="0" cy="2057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2B7689C-0737-133F-7170-F0F34C3372BB}"/>
                  </a:ext>
                </a:extLst>
              </p:cNvPr>
              <p:cNvCxnSpPr/>
              <p:nvPr/>
            </p:nvCxnSpPr>
            <p:spPr>
              <a:xfrm>
                <a:off x="1762005" y="5142386"/>
                <a:ext cx="2057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4C669C5-8DE5-5CEB-6DAF-1C5769FFB911}"/>
                  </a:ext>
                </a:extLst>
              </p:cNvPr>
              <p:cNvCxnSpPr/>
              <p:nvPr/>
            </p:nvCxnSpPr>
            <p:spPr>
              <a:xfrm flipV="1">
                <a:off x="3819405" y="48375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8117E58-48A1-C467-CE6A-A95B6AE9B7F7}"/>
                  </a:ext>
                </a:extLst>
              </p:cNvPr>
              <p:cNvCxnSpPr/>
              <p:nvPr/>
            </p:nvCxnSpPr>
            <p:spPr>
              <a:xfrm>
                <a:off x="3814353" y="4842638"/>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9905A67-7F84-5231-0428-10B6DA93FF25}"/>
                  </a:ext>
                </a:extLst>
              </p:cNvPr>
              <p:cNvCxnSpPr/>
              <p:nvPr/>
            </p:nvCxnSpPr>
            <p:spPr>
              <a:xfrm>
                <a:off x="3819405" y="4685186"/>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EA7D3E-E132-6C3A-BFFA-E653F268DB7F}"/>
                  </a:ext>
                </a:extLst>
              </p:cNvPr>
              <p:cNvCxnSpPr>
                <a:cxnSpLocks/>
              </p:cNvCxnSpPr>
              <p:nvPr/>
            </p:nvCxnSpPr>
            <p:spPr>
              <a:xfrm>
                <a:off x="3832531" y="3084986"/>
                <a:ext cx="0" cy="1600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C38B18D-EB40-EE89-4BD7-83B6C5715869}"/>
                  </a:ext>
                </a:extLst>
              </p:cNvPr>
              <p:cNvCxnSpPr/>
              <p:nvPr/>
            </p:nvCxnSpPr>
            <p:spPr>
              <a:xfrm>
                <a:off x="4347753" y="46089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726996-1DE1-1F92-6BE9-6322EACDCDA0}"/>
                  </a:ext>
                </a:extLst>
              </p:cNvPr>
              <p:cNvCxnSpPr/>
              <p:nvPr/>
            </p:nvCxnSpPr>
            <p:spPr>
              <a:xfrm>
                <a:off x="4728753" y="46089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C50AD47-D8DB-1F47-E897-ECDB7AE8DF20}"/>
                  </a:ext>
                </a:extLst>
              </p:cNvPr>
              <p:cNvCxnSpPr/>
              <p:nvPr/>
            </p:nvCxnSpPr>
            <p:spPr>
              <a:xfrm>
                <a:off x="4347753" y="4608986"/>
                <a:ext cx="386052"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3D66706-A57E-2B87-DFE8-39C725833E4E}"/>
                  </a:ext>
                </a:extLst>
              </p:cNvPr>
              <p:cNvCxnSpPr/>
              <p:nvPr/>
            </p:nvCxnSpPr>
            <p:spPr>
              <a:xfrm flipV="1">
                <a:off x="4347753" y="4608986"/>
                <a:ext cx="386052"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EA29E40-C8B4-5332-4452-7AC058D5746E}"/>
                  </a:ext>
                </a:extLst>
              </p:cNvPr>
              <p:cNvCxnSpPr/>
              <p:nvPr/>
            </p:nvCxnSpPr>
            <p:spPr>
              <a:xfrm flipV="1">
                <a:off x="4540779" y="44565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6C6A6D-6DB8-6F50-A137-3BA80B922526}"/>
                  </a:ext>
                </a:extLst>
              </p:cNvPr>
              <p:cNvCxnSpPr/>
              <p:nvPr/>
            </p:nvCxnSpPr>
            <p:spPr>
              <a:xfrm>
                <a:off x="4429005" y="4456586"/>
                <a:ext cx="2079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B0D573A-D2DD-0DD7-2F04-5DD7536B0A5D}"/>
                  </a:ext>
                </a:extLst>
              </p:cNvPr>
              <p:cNvCxnSpPr/>
              <p:nvPr/>
            </p:nvCxnSpPr>
            <p:spPr>
              <a:xfrm>
                <a:off x="4728753" y="4846102"/>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2CD2C28-C50F-E226-A401-06096ED1BDB6}"/>
                  </a:ext>
                </a:extLst>
              </p:cNvPr>
              <p:cNvCxnSpPr/>
              <p:nvPr/>
            </p:nvCxnSpPr>
            <p:spPr>
              <a:xfrm>
                <a:off x="4733805" y="4688650"/>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5251DDE-3443-6974-D744-81B5E65BE037}"/>
                  </a:ext>
                </a:extLst>
              </p:cNvPr>
              <p:cNvCxnSpPr/>
              <p:nvPr/>
            </p:nvCxnSpPr>
            <p:spPr>
              <a:xfrm>
                <a:off x="542816" y="2899538"/>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4C2BAFF-844A-A3B6-C810-AF8151889543}"/>
                  </a:ext>
                </a:extLst>
              </p:cNvPr>
              <p:cNvCxnSpPr/>
              <p:nvPr/>
            </p:nvCxnSpPr>
            <p:spPr>
              <a:xfrm>
                <a:off x="547868" y="2742086"/>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36" name="Group 3235">
                <a:extLst>
                  <a:ext uri="{FF2B5EF4-FFF2-40B4-BE49-F238E27FC236}">
                    <a16:creationId xmlns:a16="http://schemas.microsoft.com/office/drawing/2014/main" id="{EE94664F-7391-1A9B-8379-D1AED754E96A}"/>
                  </a:ext>
                </a:extLst>
              </p:cNvPr>
              <p:cNvGrpSpPr/>
              <p:nvPr/>
            </p:nvGrpSpPr>
            <p:grpSpPr>
              <a:xfrm>
                <a:off x="1076216" y="2665886"/>
                <a:ext cx="386052" cy="304800"/>
                <a:chOff x="1076216" y="2665886"/>
                <a:chExt cx="386052" cy="304800"/>
              </a:xfrm>
            </p:grpSpPr>
            <p:cxnSp>
              <p:nvCxnSpPr>
                <p:cNvPr id="34" name="Straight Connector 33">
                  <a:extLst>
                    <a:ext uri="{FF2B5EF4-FFF2-40B4-BE49-F238E27FC236}">
                      <a16:creationId xmlns:a16="http://schemas.microsoft.com/office/drawing/2014/main" id="{EB9C9C76-F9DB-6D54-418F-6507A2DAA253}"/>
                    </a:ext>
                  </a:extLst>
                </p:cNvPr>
                <p:cNvCxnSpPr/>
                <p:nvPr/>
              </p:nvCxnSpPr>
              <p:spPr>
                <a:xfrm>
                  <a:off x="1076216" y="26658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73C3AAF-553A-D650-DA13-EA75F26A7ACB}"/>
                    </a:ext>
                  </a:extLst>
                </p:cNvPr>
                <p:cNvCxnSpPr/>
                <p:nvPr/>
              </p:nvCxnSpPr>
              <p:spPr>
                <a:xfrm>
                  <a:off x="1457216" y="26658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68E0ABD-898E-D025-2356-26FCFFA9F1A5}"/>
                    </a:ext>
                  </a:extLst>
                </p:cNvPr>
                <p:cNvCxnSpPr/>
                <p:nvPr/>
              </p:nvCxnSpPr>
              <p:spPr>
                <a:xfrm>
                  <a:off x="1076216" y="2665886"/>
                  <a:ext cx="386052"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0F6E25B-8336-23F4-52CA-8C4701DDEF78}"/>
                    </a:ext>
                  </a:extLst>
                </p:cNvPr>
                <p:cNvCxnSpPr/>
                <p:nvPr/>
              </p:nvCxnSpPr>
              <p:spPr>
                <a:xfrm flipV="1">
                  <a:off x="1076216" y="2665886"/>
                  <a:ext cx="386052"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1FBE34AB-46FC-FBEB-C869-4CA3DF595296}"/>
                  </a:ext>
                </a:extLst>
              </p:cNvPr>
              <p:cNvCxnSpPr/>
              <p:nvPr/>
            </p:nvCxnSpPr>
            <p:spPr>
              <a:xfrm>
                <a:off x="1457216" y="2903002"/>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D0E92FB-993B-E2B4-6455-504BDB46FB87}"/>
                  </a:ext>
                </a:extLst>
              </p:cNvPr>
              <p:cNvCxnSpPr/>
              <p:nvPr/>
            </p:nvCxnSpPr>
            <p:spPr>
              <a:xfrm>
                <a:off x="1462268" y="2745550"/>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Arc 40">
                <a:extLst>
                  <a:ext uri="{FF2B5EF4-FFF2-40B4-BE49-F238E27FC236}">
                    <a16:creationId xmlns:a16="http://schemas.microsoft.com/office/drawing/2014/main" id="{53B0845E-4596-E695-EC21-B62B31F60177}"/>
                  </a:ext>
                </a:extLst>
              </p:cNvPr>
              <p:cNvSpPr/>
              <p:nvPr/>
            </p:nvSpPr>
            <p:spPr>
              <a:xfrm>
                <a:off x="1797590" y="2903002"/>
                <a:ext cx="381000" cy="342900"/>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2" name="Arc 41">
                <a:extLst>
                  <a:ext uri="{FF2B5EF4-FFF2-40B4-BE49-F238E27FC236}">
                    <a16:creationId xmlns:a16="http://schemas.microsoft.com/office/drawing/2014/main" id="{E2AD2D71-73A3-BF82-08C4-A6C4742D1FF0}"/>
                  </a:ext>
                </a:extLst>
              </p:cNvPr>
              <p:cNvSpPr/>
              <p:nvPr/>
            </p:nvSpPr>
            <p:spPr>
              <a:xfrm>
                <a:off x="1604213" y="2747534"/>
                <a:ext cx="767754" cy="571499"/>
              </a:xfrm>
              <a:prstGeom prst="arc">
                <a:avLst>
                  <a:gd name="adj1" fmla="val 16200000"/>
                  <a:gd name="adj2" fmla="val 27014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43" name="Straight Connector 42">
                <a:extLst>
                  <a:ext uri="{FF2B5EF4-FFF2-40B4-BE49-F238E27FC236}">
                    <a16:creationId xmlns:a16="http://schemas.microsoft.com/office/drawing/2014/main" id="{7F0D8638-BDEB-D406-F8D4-49A1D8BB5E61}"/>
                  </a:ext>
                </a:extLst>
              </p:cNvPr>
              <p:cNvCxnSpPr/>
              <p:nvPr/>
            </p:nvCxnSpPr>
            <p:spPr>
              <a:xfrm flipV="1">
                <a:off x="1269242" y="2520413"/>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Freeform: Shape 54">
                <a:extLst>
                  <a:ext uri="{FF2B5EF4-FFF2-40B4-BE49-F238E27FC236}">
                    <a16:creationId xmlns:a16="http://schemas.microsoft.com/office/drawing/2014/main" id="{30598F78-1B01-9B51-7193-66125E7BF5EB}"/>
                  </a:ext>
                </a:extLst>
              </p:cNvPr>
              <p:cNvSpPr/>
              <p:nvPr/>
            </p:nvSpPr>
            <p:spPr>
              <a:xfrm>
                <a:off x="1775157" y="3315511"/>
                <a:ext cx="431514" cy="82194"/>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reeform: Shape 55">
                <a:extLst>
                  <a:ext uri="{FF2B5EF4-FFF2-40B4-BE49-F238E27FC236}">
                    <a16:creationId xmlns:a16="http://schemas.microsoft.com/office/drawing/2014/main" id="{B7311DA0-A979-0509-685B-91B489FCB062}"/>
                  </a:ext>
                </a:extLst>
              </p:cNvPr>
              <p:cNvSpPr/>
              <p:nvPr/>
            </p:nvSpPr>
            <p:spPr>
              <a:xfrm>
                <a:off x="2196396" y="3315511"/>
                <a:ext cx="431514" cy="82194"/>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Freeform: Shape 56">
                <a:extLst>
                  <a:ext uri="{FF2B5EF4-FFF2-40B4-BE49-F238E27FC236}">
                    <a16:creationId xmlns:a16="http://schemas.microsoft.com/office/drawing/2014/main" id="{DC5BBB76-98A3-5CAF-6311-DD66C0E0F92D}"/>
                  </a:ext>
                </a:extLst>
              </p:cNvPr>
              <p:cNvSpPr/>
              <p:nvPr/>
            </p:nvSpPr>
            <p:spPr>
              <a:xfrm>
                <a:off x="2627931" y="3331715"/>
                <a:ext cx="431514" cy="82194"/>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reeform: Shape 57">
                <a:extLst>
                  <a:ext uri="{FF2B5EF4-FFF2-40B4-BE49-F238E27FC236}">
                    <a16:creationId xmlns:a16="http://schemas.microsoft.com/office/drawing/2014/main" id="{F52E91E9-9520-E09B-619D-B5A2B1756FCA}"/>
                  </a:ext>
                </a:extLst>
              </p:cNvPr>
              <p:cNvSpPr/>
              <p:nvPr/>
            </p:nvSpPr>
            <p:spPr>
              <a:xfrm>
                <a:off x="3059445" y="3350614"/>
                <a:ext cx="431514" cy="82194"/>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Freeform: Shape 58">
                <a:extLst>
                  <a:ext uri="{FF2B5EF4-FFF2-40B4-BE49-F238E27FC236}">
                    <a16:creationId xmlns:a16="http://schemas.microsoft.com/office/drawing/2014/main" id="{511B3044-DDE7-BB2F-C295-08BED137C722}"/>
                  </a:ext>
                </a:extLst>
              </p:cNvPr>
              <p:cNvSpPr/>
              <p:nvPr/>
            </p:nvSpPr>
            <p:spPr>
              <a:xfrm>
                <a:off x="3494440" y="3336584"/>
                <a:ext cx="363275" cy="70996"/>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3637D431-9EC9-2333-94DD-097E38804FC6}"/>
                  </a:ext>
                </a:extLst>
              </p:cNvPr>
              <p:cNvSpPr/>
              <p:nvPr/>
            </p:nvSpPr>
            <p:spPr>
              <a:xfrm>
                <a:off x="2991813" y="3063517"/>
                <a:ext cx="501663" cy="501663"/>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Straight Connector 61">
                <a:extLst>
                  <a:ext uri="{FF2B5EF4-FFF2-40B4-BE49-F238E27FC236}">
                    <a16:creationId xmlns:a16="http://schemas.microsoft.com/office/drawing/2014/main" id="{79CA0FDB-7B43-F39D-0050-29A04304C67C}"/>
                  </a:ext>
                </a:extLst>
              </p:cNvPr>
              <p:cNvCxnSpPr/>
              <p:nvPr/>
            </p:nvCxnSpPr>
            <p:spPr>
              <a:xfrm>
                <a:off x="1775157" y="3436233"/>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2B22AB5-49A4-AB5E-BCA9-7DB8230540E6}"/>
                  </a:ext>
                </a:extLst>
              </p:cNvPr>
              <p:cNvCxnSpPr/>
              <p:nvPr/>
            </p:nvCxnSpPr>
            <p:spPr>
              <a:xfrm>
                <a:off x="1990605" y="3455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2" name="Straight Connector 3071">
                <a:extLst>
                  <a:ext uri="{FF2B5EF4-FFF2-40B4-BE49-F238E27FC236}">
                    <a16:creationId xmlns:a16="http://schemas.microsoft.com/office/drawing/2014/main" id="{F47559BC-A7C2-C715-377D-A47D324066E1}"/>
                  </a:ext>
                </a:extLst>
              </p:cNvPr>
              <p:cNvCxnSpPr/>
              <p:nvPr/>
            </p:nvCxnSpPr>
            <p:spPr>
              <a:xfrm>
                <a:off x="2143005" y="3608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3" name="Straight Connector 3072">
                <a:extLst>
                  <a:ext uri="{FF2B5EF4-FFF2-40B4-BE49-F238E27FC236}">
                    <a16:creationId xmlns:a16="http://schemas.microsoft.com/office/drawing/2014/main" id="{A979115C-7439-6B7E-1284-9215A09365C3}"/>
                  </a:ext>
                </a:extLst>
              </p:cNvPr>
              <p:cNvCxnSpPr/>
              <p:nvPr/>
            </p:nvCxnSpPr>
            <p:spPr>
              <a:xfrm>
                <a:off x="2241615" y="3760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5" name="Straight Connector 3074">
                <a:extLst>
                  <a:ext uri="{FF2B5EF4-FFF2-40B4-BE49-F238E27FC236}">
                    <a16:creationId xmlns:a16="http://schemas.microsoft.com/office/drawing/2014/main" id="{769463B6-89D9-5ABF-C228-D4C4E8F5AE6F}"/>
                  </a:ext>
                </a:extLst>
              </p:cNvPr>
              <p:cNvCxnSpPr/>
              <p:nvPr/>
            </p:nvCxnSpPr>
            <p:spPr>
              <a:xfrm>
                <a:off x="2447805" y="3912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6" name="Straight Connector 3075">
                <a:extLst>
                  <a:ext uri="{FF2B5EF4-FFF2-40B4-BE49-F238E27FC236}">
                    <a16:creationId xmlns:a16="http://schemas.microsoft.com/office/drawing/2014/main" id="{06705830-EB9D-E0BD-EDE0-7DC9EDD19024}"/>
                  </a:ext>
                </a:extLst>
              </p:cNvPr>
              <p:cNvCxnSpPr/>
              <p:nvPr/>
            </p:nvCxnSpPr>
            <p:spPr>
              <a:xfrm>
                <a:off x="2600205" y="40653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7" name="Straight Connector 3076">
                <a:extLst>
                  <a:ext uri="{FF2B5EF4-FFF2-40B4-BE49-F238E27FC236}">
                    <a16:creationId xmlns:a16="http://schemas.microsoft.com/office/drawing/2014/main" id="{9B9E2F9F-354F-57E8-5954-DFC29ED9720E}"/>
                  </a:ext>
                </a:extLst>
              </p:cNvPr>
              <p:cNvCxnSpPr/>
              <p:nvPr/>
            </p:nvCxnSpPr>
            <p:spPr>
              <a:xfrm>
                <a:off x="2752605" y="4217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8" name="Straight Connector 3077">
                <a:extLst>
                  <a:ext uri="{FF2B5EF4-FFF2-40B4-BE49-F238E27FC236}">
                    <a16:creationId xmlns:a16="http://schemas.microsoft.com/office/drawing/2014/main" id="{3A5DE1A9-49E2-8C1D-9CCE-B901647DB7F9}"/>
                  </a:ext>
                </a:extLst>
              </p:cNvPr>
              <p:cNvCxnSpPr/>
              <p:nvPr/>
            </p:nvCxnSpPr>
            <p:spPr>
              <a:xfrm>
                <a:off x="2905005" y="4370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9" name="Straight Connector 3078">
                <a:extLst>
                  <a:ext uri="{FF2B5EF4-FFF2-40B4-BE49-F238E27FC236}">
                    <a16:creationId xmlns:a16="http://schemas.microsoft.com/office/drawing/2014/main" id="{F9EA1BF3-FC49-13FD-A127-21672A125D66}"/>
                  </a:ext>
                </a:extLst>
              </p:cNvPr>
              <p:cNvCxnSpPr/>
              <p:nvPr/>
            </p:nvCxnSpPr>
            <p:spPr>
              <a:xfrm>
                <a:off x="3057405" y="4522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0" name="Straight Connector 3079">
                <a:extLst>
                  <a:ext uri="{FF2B5EF4-FFF2-40B4-BE49-F238E27FC236}">
                    <a16:creationId xmlns:a16="http://schemas.microsoft.com/office/drawing/2014/main" id="{244D0047-5A2B-721A-8DCC-E80399674080}"/>
                  </a:ext>
                </a:extLst>
              </p:cNvPr>
              <p:cNvCxnSpPr/>
              <p:nvPr/>
            </p:nvCxnSpPr>
            <p:spPr>
              <a:xfrm>
                <a:off x="3209805" y="4674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1" name="Straight Connector 3080">
                <a:extLst>
                  <a:ext uri="{FF2B5EF4-FFF2-40B4-BE49-F238E27FC236}">
                    <a16:creationId xmlns:a16="http://schemas.microsoft.com/office/drawing/2014/main" id="{41DF0BF9-25F4-21EF-DE8E-1B9A54A02CB2}"/>
                  </a:ext>
                </a:extLst>
              </p:cNvPr>
              <p:cNvCxnSpPr/>
              <p:nvPr/>
            </p:nvCxnSpPr>
            <p:spPr>
              <a:xfrm>
                <a:off x="3362205" y="48273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2" name="Straight Connector 3081">
                <a:extLst>
                  <a:ext uri="{FF2B5EF4-FFF2-40B4-BE49-F238E27FC236}">
                    <a16:creationId xmlns:a16="http://schemas.microsoft.com/office/drawing/2014/main" id="{AB80A033-84D9-86E0-A588-AA14B7CF4A68}"/>
                  </a:ext>
                </a:extLst>
              </p:cNvPr>
              <p:cNvCxnSpPr/>
              <p:nvPr/>
            </p:nvCxnSpPr>
            <p:spPr>
              <a:xfrm>
                <a:off x="3434080" y="494791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3" name="Straight Connector 3082">
                <a:extLst>
                  <a:ext uri="{FF2B5EF4-FFF2-40B4-BE49-F238E27FC236}">
                    <a16:creationId xmlns:a16="http://schemas.microsoft.com/office/drawing/2014/main" id="{CA41350D-2A8E-C8BB-5E1C-E99116B40C62}"/>
                  </a:ext>
                </a:extLst>
              </p:cNvPr>
              <p:cNvCxnSpPr/>
              <p:nvPr/>
            </p:nvCxnSpPr>
            <p:spPr>
              <a:xfrm>
                <a:off x="3615635" y="5070468"/>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4" name="Straight Connector 3083">
                <a:extLst>
                  <a:ext uri="{FF2B5EF4-FFF2-40B4-BE49-F238E27FC236}">
                    <a16:creationId xmlns:a16="http://schemas.microsoft.com/office/drawing/2014/main" id="{2AA2634B-E80A-C56B-32DA-5EDD4A05654E}"/>
                  </a:ext>
                </a:extLst>
              </p:cNvPr>
              <p:cNvCxnSpPr/>
              <p:nvPr/>
            </p:nvCxnSpPr>
            <p:spPr>
              <a:xfrm>
                <a:off x="1797590" y="3565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5" name="Straight Connector 3084">
                <a:extLst>
                  <a:ext uri="{FF2B5EF4-FFF2-40B4-BE49-F238E27FC236}">
                    <a16:creationId xmlns:a16="http://schemas.microsoft.com/office/drawing/2014/main" id="{6AF14F02-1337-EB56-9A47-58555A353959}"/>
                  </a:ext>
                </a:extLst>
              </p:cNvPr>
              <p:cNvCxnSpPr/>
              <p:nvPr/>
            </p:nvCxnSpPr>
            <p:spPr>
              <a:xfrm>
                <a:off x="1949990" y="37175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6" name="Straight Connector 3085">
                <a:extLst>
                  <a:ext uri="{FF2B5EF4-FFF2-40B4-BE49-F238E27FC236}">
                    <a16:creationId xmlns:a16="http://schemas.microsoft.com/office/drawing/2014/main" id="{57BA7328-AD0F-C22E-C8CA-A08D3D7B499B}"/>
                  </a:ext>
                </a:extLst>
              </p:cNvPr>
              <p:cNvCxnSpPr/>
              <p:nvPr/>
            </p:nvCxnSpPr>
            <p:spPr>
              <a:xfrm>
                <a:off x="2102390" y="38699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7" name="Straight Connector 3086">
                <a:extLst>
                  <a:ext uri="{FF2B5EF4-FFF2-40B4-BE49-F238E27FC236}">
                    <a16:creationId xmlns:a16="http://schemas.microsoft.com/office/drawing/2014/main" id="{EC392DAE-E003-28F8-6BC9-0E37926FEA03}"/>
                  </a:ext>
                </a:extLst>
              </p:cNvPr>
              <p:cNvCxnSpPr/>
              <p:nvPr/>
            </p:nvCxnSpPr>
            <p:spPr>
              <a:xfrm>
                <a:off x="2254790" y="40223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8" name="Straight Connector 3087">
                <a:extLst>
                  <a:ext uri="{FF2B5EF4-FFF2-40B4-BE49-F238E27FC236}">
                    <a16:creationId xmlns:a16="http://schemas.microsoft.com/office/drawing/2014/main" id="{8C3CF826-F927-76E0-9068-EAA46AA7751A}"/>
                  </a:ext>
                </a:extLst>
              </p:cNvPr>
              <p:cNvCxnSpPr/>
              <p:nvPr/>
            </p:nvCxnSpPr>
            <p:spPr>
              <a:xfrm>
                <a:off x="2489382" y="41747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9" name="Straight Connector 3088">
                <a:extLst>
                  <a:ext uri="{FF2B5EF4-FFF2-40B4-BE49-F238E27FC236}">
                    <a16:creationId xmlns:a16="http://schemas.microsoft.com/office/drawing/2014/main" id="{DC06F60A-442A-466B-5210-F7087E393ED9}"/>
                  </a:ext>
                </a:extLst>
              </p:cNvPr>
              <p:cNvCxnSpPr/>
              <p:nvPr/>
            </p:nvCxnSpPr>
            <p:spPr>
              <a:xfrm>
                <a:off x="2559590" y="4327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0" name="Straight Connector 3089">
                <a:extLst>
                  <a:ext uri="{FF2B5EF4-FFF2-40B4-BE49-F238E27FC236}">
                    <a16:creationId xmlns:a16="http://schemas.microsoft.com/office/drawing/2014/main" id="{245D25FE-6256-676F-8974-975C85F06F27}"/>
                  </a:ext>
                </a:extLst>
              </p:cNvPr>
              <p:cNvCxnSpPr/>
              <p:nvPr/>
            </p:nvCxnSpPr>
            <p:spPr>
              <a:xfrm>
                <a:off x="2711990" y="44795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1" name="Straight Connector 3090">
                <a:extLst>
                  <a:ext uri="{FF2B5EF4-FFF2-40B4-BE49-F238E27FC236}">
                    <a16:creationId xmlns:a16="http://schemas.microsoft.com/office/drawing/2014/main" id="{12064658-3782-BA97-4E0D-325B1374CC13}"/>
                  </a:ext>
                </a:extLst>
              </p:cNvPr>
              <p:cNvCxnSpPr/>
              <p:nvPr/>
            </p:nvCxnSpPr>
            <p:spPr>
              <a:xfrm>
                <a:off x="2864390" y="46319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2" name="Straight Connector 3091">
                <a:extLst>
                  <a:ext uri="{FF2B5EF4-FFF2-40B4-BE49-F238E27FC236}">
                    <a16:creationId xmlns:a16="http://schemas.microsoft.com/office/drawing/2014/main" id="{FE94D673-21EC-2AEF-46ED-14F8373843DB}"/>
                  </a:ext>
                </a:extLst>
              </p:cNvPr>
              <p:cNvCxnSpPr/>
              <p:nvPr/>
            </p:nvCxnSpPr>
            <p:spPr>
              <a:xfrm>
                <a:off x="3016790" y="47843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3" name="Straight Connector 3092">
                <a:extLst>
                  <a:ext uri="{FF2B5EF4-FFF2-40B4-BE49-F238E27FC236}">
                    <a16:creationId xmlns:a16="http://schemas.microsoft.com/office/drawing/2014/main" id="{6AE6D7FC-9D89-6785-2D39-A723CCAB3CC2}"/>
                  </a:ext>
                </a:extLst>
              </p:cNvPr>
              <p:cNvCxnSpPr/>
              <p:nvPr/>
            </p:nvCxnSpPr>
            <p:spPr>
              <a:xfrm>
                <a:off x="3169190" y="49367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4" name="Straight Connector 3093">
                <a:extLst>
                  <a:ext uri="{FF2B5EF4-FFF2-40B4-BE49-F238E27FC236}">
                    <a16:creationId xmlns:a16="http://schemas.microsoft.com/office/drawing/2014/main" id="{2E3DFAFF-A46C-D37F-3622-14952F0B9D3C}"/>
                  </a:ext>
                </a:extLst>
              </p:cNvPr>
              <p:cNvCxnSpPr/>
              <p:nvPr/>
            </p:nvCxnSpPr>
            <p:spPr>
              <a:xfrm>
                <a:off x="3321590" y="5089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5" name="Straight Connector 3094">
                <a:extLst>
                  <a:ext uri="{FF2B5EF4-FFF2-40B4-BE49-F238E27FC236}">
                    <a16:creationId xmlns:a16="http://schemas.microsoft.com/office/drawing/2014/main" id="{05C6197B-8D8D-B0FF-0FD4-79FC98ECAFEE}"/>
                  </a:ext>
                </a:extLst>
              </p:cNvPr>
              <p:cNvCxnSpPr>
                <a:cxnSpLocks/>
              </p:cNvCxnSpPr>
              <p:nvPr/>
            </p:nvCxnSpPr>
            <p:spPr>
              <a:xfrm>
                <a:off x="2788190" y="34821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7" name="Straight Connector 3096">
                <a:extLst>
                  <a:ext uri="{FF2B5EF4-FFF2-40B4-BE49-F238E27FC236}">
                    <a16:creationId xmlns:a16="http://schemas.microsoft.com/office/drawing/2014/main" id="{E8133562-9633-3BCD-B7E7-57F11453556C}"/>
                  </a:ext>
                </a:extLst>
              </p:cNvPr>
              <p:cNvCxnSpPr/>
              <p:nvPr/>
            </p:nvCxnSpPr>
            <p:spPr>
              <a:xfrm>
                <a:off x="2371605" y="3455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8" name="Straight Connector 3097">
                <a:extLst>
                  <a:ext uri="{FF2B5EF4-FFF2-40B4-BE49-F238E27FC236}">
                    <a16:creationId xmlns:a16="http://schemas.microsoft.com/office/drawing/2014/main" id="{E9BF4C88-4CDA-17BB-EB1F-CA1FB4DBECAD}"/>
                  </a:ext>
                </a:extLst>
              </p:cNvPr>
              <p:cNvCxnSpPr/>
              <p:nvPr/>
            </p:nvCxnSpPr>
            <p:spPr>
              <a:xfrm>
                <a:off x="2524005" y="3608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9" name="Straight Connector 3098">
                <a:extLst>
                  <a:ext uri="{FF2B5EF4-FFF2-40B4-BE49-F238E27FC236}">
                    <a16:creationId xmlns:a16="http://schemas.microsoft.com/office/drawing/2014/main" id="{6739E29E-9BE1-7855-E80B-8A8F8DA273C1}"/>
                  </a:ext>
                </a:extLst>
              </p:cNvPr>
              <p:cNvCxnSpPr/>
              <p:nvPr/>
            </p:nvCxnSpPr>
            <p:spPr>
              <a:xfrm>
                <a:off x="2676405" y="3760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0" name="Straight Connector 3099">
                <a:extLst>
                  <a:ext uri="{FF2B5EF4-FFF2-40B4-BE49-F238E27FC236}">
                    <a16:creationId xmlns:a16="http://schemas.microsoft.com/office/drawing/2014/main" id="{CAE923A2-1E1F-9EB9-75F2-337D25B54FB0}"/>
                  </a:ext>
                </a:extLst>
              </p:cNvPr>
              <p:cNvCxnSpPr/>
              <p:nvPr/>
            </p:nvCxnSpPr>
            <p:spPr>
              <a:xfrm>
                <a:off x="2828805" y="3912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1" name="Straight Connector 3100">
                <a:extLst>
                  <a:ext uri="{FF2B5EF4-FFF2-40B4-BE49-F238E27FC236}">
                    <a16:creationId xmlns:a16="http://schemas.microsoft.com/office/drawing/2014/main" id="{D0E649F6-82ED-1FD5-4236-B387E5E8C3F4}"/>
                  </a:ext>
                </a:extLst>
              </p:cNvPr>
              <p:cNvCxnSpPr/>
              <p:nvPr/>
            </p:nvCxnSpPr>
            <p:spPr>
              <a:xfrm>
                <a:off x="2981205" y="40653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2" name="Straight Connector 3101">
                <a:extLst>
                  <a:ext uri="{FF2B5EF4-FFF2-40B4-BE49-F238E27FC236}">
                    <a16:creationId xmlns:a16="http://schemas.microsoft.com/office/drawing/2014/main" id="{1F52E47F-1667-1EA4-31EA-F189CF179BA3}"/>
                  </a:ext>
                </a:extLst>
              </p:cNvPr>
              <p:cNvCxnSpPr/>
              <p:nvPr/>
            </p:nvCxnSpPr>
            <p:spPr>
              <a:xfrm>
                <a:off x="3133605" y="4217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3" name="Straight Connector 3102">
                <a:extLst>
                  <a:ext uri="{FF2B5EF4-FFF2-40B4-BE49-F238E27FC236}">
                    <a16:creationId xmlns:a16="http://schemas.microsoft.com/office/drawing/2014/main" id="{A338CB86-9B4F-7B72-C4E6-85ED174E09A0}"/>
                  </a:ext>
                </a:extLst>
              </p:cNvPr>
              <p:cNvCxnSpPr/>
              <p:nvPr/>
            </p:nvCxnSpPr>
            <p:spPr>
              <a:xfrm>
                <a:off x="3286005" y="4370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4" name="Straight Connector 3103">
                <a:extLst>
                  <a:ext uri="{FF2B5EF4-FFF2-40B4-BE49-F238E27FC236}">
                    <a16:creationId xmlns:a16="http://schemas.microsoft.com/office/drawing/2014/main" id="{41482BFE-E679-ECA3-9D6C-B0FBBFB60635}"/>
                  </a:ext>
                </a:extLst>
              </p:cNvPr>
              <p:cNvCxnSpPr/>
              <p:nvPr/>
            </p:nvCxnSpPr>
            <p:spPr>
              <a:xfrm>
                <a:off x="3438405" y="4522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5" name="Straight Connector 3104">
                <a:extLst>
                  <a:ext uri="{FF2B5EF4-FFF2-40B4-BE49-F238E27FC236}">
                    <a16:creationId xmlns:a16="http://schemas.microsoft.com/office/drawing/2014/main" id="{580BB165-DE55-EA4C-F977-9734082D99A2}"/>
                  </a:ext>
                </a:extLst>
              </p:cNvPr>
              <p:cNvCxnSpPr/>
              <p:nvPr/>
            </p:nvCxnSpPr>
            <p:spPr>
              <a:xfrm>
                <a:off x="3590805" y="4674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6" name="Straight Connector 3105">
                <a:extLst>
                  <a:ext uri="{FF2B5EF4-FFF2-40B4-BE49-F238E27FC236}">
                    <a16:creationId xmlns:a16="http://schemas.microsoft.com/office/drawing/2014/main" id="{254FA86B-B669-A34C-BE34-32468481C4D8}"/>
                  </a:ext>
                </a:extLst>
              </p:cNvPr>
              <p:cNvCxnSpPr/>
              <p:nvPr/>
            </p:nvCxnSpPr>
            <p:spPr>
              <a:xfrm>
                <a:off x="3590805" y="4837586"/>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7" name="Straight Connector 3106">
                <a:extLst>
                  <a:ext uri="{FF2B5EF4-FFF2-40B4-BE49-F238E27FC236}">
                    <a16:creationId xmlns:a16="http://schemas.microsoft.com/office/drawing/2014/main" id="{AF805EA8-1025-7F3F-3264-65FEE67A839B}"/>
                  </a:ext>
                </a:extLst>
              </p:cNvPr>
              <p:cNvCxnSpPr>
                <a:cxnSpLocks/>
              </p:cNvCxnSpPr>
              <p:nvPr/>
            </p:nvCxnSpPr>
            <p:spPr>
              <a:xfrm>
                <a:off x="3257707" y="36397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8" name="Straight Connector 3107">
                <a:extLst>
                  <a:ext uri="{FF2B5EF4-FFF2-40B4-BE49-F238E27FC236}">
                    <a16:creationId xmlns:a16="http://schemas.microsoft.com/office/drawing/2014/main" id="{6D668D79-649C-368D-B3FC-6BB936B56AD7}"/>
                  </a:ext>
                </a:extLst>
              </p:cNvPr>
              <p:cNvCxnSpPr>
                <a:cxnSpLocks/>
              </p:cNvCxnSpPr>
              <p:nvPr/>
            </p:nvCxnSpPr>
            <p:spPr>
              <a:xfrm>
                <a:off x="2940590" y="36345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9" name="Straight Connector 3108">
                <a:extLst>
                  <a:ext uri="{FF2B5EF4-FFF2-40B4-BE49-F238E27FC236}">
                    <a16:creationId xmlns:a16="http://schemas.microsoft.com/office/drawing/2014/main" id="{CB7A0FA3-BAE6-A766-66ED-86829766B04A}"/>
                  </a:ext>
                </a:extLst>
              </p:cNvPr>
              <p:cNvCxnSpPr>
                <a:cxnSpLocks/>
              </p:cNvCxnSpPr>
              <p:nvPr/>
            </p:nvCxnSpPr>
            <p:spPr>
              <a:xfrm>
                <a:off x="3092990" y="37869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0" name="Straight Connector 3109">
                <a:extLst>
                  <a:ext uri="{FF2B5EF4-FFF2-40B4-BE49-F238E27FC236}">
                    <a16:creationId xmlns:a16="http://schemas.microsoft.com/office/drawing/2014/main" id="{5B2CE255-1AAC-56A5-E275-216A79F49F0A}"/>
                  </a:ext>
                </a:extLst>
              </p:cNvPr>
              <p:cNvCxnSpPr>
                <a:cxnSpLocks/>
              </p:cNvCxnSpPr>
              <p:nvPr/>
            </p:nvCxnSpPr>
            <p:spPr>
              <a:xfrm>
                <a:off x="3245390" y="39393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1" name="Straight Connector 3110">
                <a:extLst>
                  <a:ext uri="{FF2B5EF4-FFF2-40B4-BE49-F238E27FC236}">
                    <a16:creationId xmlns:a16="http://schemas.microsoft.com/office/drawing/2014/main" id="{12074E43-58B3-41D6-A10B-8272FD43BC49}"/>
                  </a:ext>
                </a:extLst>
              </p:cNvPr>
              <p:cNvCxnSpPr>
                <a:cxnSpLocks/>
              </p:cNvCxnSpPr>
              <p:nvPr/>
            </p:nvCxnSpPr>
            <p:spPr>
              <a:xfrm>
                <a:off x="3397790" y="40917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2" name="Straight Connector 3111">
                <a:extLst>
                  <a:ext uri="{FF2B5EF4-FFF2-40B4-BE49-F238E27FC236}">
                    <a16:creationId xmlns:a16="http://schemas.microsoft.com/office/drawing/2014/main" id="{B432615D-A46E-5564-D971-60D59109B246}"/>
                  </a:ext>
                </a:extLst>
              </p:cNvPr>
              <p:cNvCxnSpPr>
                <a:cxnSpLocks/>
              </p:cNvCxnSpPr>
              <p:nvPr/>
            </p:nvCxnSpPr>
            <p:spPr>
              <a:xfrm>
                <a:off x="3550190" y="42441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3" name="Straight Connector 3112">
                <a:extLst>
                  <a:ext uri="{FF2B5EF4-FFF2-40B4-BE49-F238E27FC236}">
                    <a16:creationId xmlns:a16="http://schemas.microsoft.com/office/drawing/2014/main" id="{2213E1C9-CBA8-5E8B-E3EB-E1C410EAB296}"/>
                  </a:ext>
                </a:extLst>
              </p:cNvPr>
              <p:cNvCxnSpPr>
                <a:cxnSpLocks/>
              </p:cNvCxnSpPr>
              <p:nvPr/>
            </p:nvCxnSpPr>
            <p:spPr>
              <a:xfrm>
                <a:off x="3627284" y="4353499"/>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4" name="Straight Connector 3113">
                <a:extLst>
                  <a:ext uri="{FF2B5EF4-FFF2-40B4-BE49-F238E27FC236}">
                    <a16:creationId xmlns:a16="http://schemas.microsoft.com/office/drawing/2014/main" id="{D7350DB8-DB07-C660-EC79-5011BF137CE7}"/>
                  </a:ext>
                </a:extLst>
              </p:cNvPr>
              <p:cNvCxnSpPr>
                <a:cxnSpLocks/>
              </p:cNvCxnSpPr>
              <p:nvPr/>
            </p:nvCxnSpPr>
            <p:spPr>
              <a:xfrm>
                <a:off x="3638707" y="454465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5" name="Straight Connector 3114">
                <a:extLst>
                  <a:ext uri="{FF2B5EF4-FFF2-40B4-BE49-F238E27FC236}">
                    <a16:creationId xmlns:a16="http://schemas.microsoft.com/office/drawing/2014/main" id="{1493006F-B6BB-36AC-21D3-E8CAF875E21E}"/>
                  </a:ext>
                </a:extLst>
              </p:cNvPr>
              <p:cNvCxnSpPr/>
              <p:nvPr/>
            </p:nvCxnSpPr>
            <p:spPr>
              <a:xfrm>
                <a:off x="3410107" y="37921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6" name="Straight Connector 3115">
                <a:extLst>
                  <a:ext uri="{FF2B5EF4-FFF2-40B4-BE49-F238E27FC236}">
                    <a16:creationId xmlns:a16="http://schemas.microsoft.com/office/drawing/2014/main" id="{1B21E531-2B19-E8D9-4B84-6B896CCC31B6}"/>
                  </a:ext>
                </a:extLst>
              </p:cNvPr>
              <p:cNvCxnSpPr/>
              <p:nvPr/>
            </p:nvCxnSpPr>
            <p:spPr>
              <a:xfrm>
                <a:off x="3562507" y="39445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7" name="Straight Connector 3116">
                <a:extLst>
                  <a:ext uri="{FF2B5EF4-FFF2-40B4-BE49-F238E27FC236}">
                    <a16:creationId xmlns:a16="http://schemas.microsoft.com/office/drawing/2014/main" id="{70998807-C3BC-5839-BC7A-AB520074F594}"/>
                  </a:ext>
                </a:extLst>
              </p:cNvPr>
              <p:cNvCxnSpPr/>
              <p:nvPr/>
            </p:nvCxnSpPr>
            <p:spPr>
              <a:xfrm>
                <a:off x="3667005" y="40969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9" name="Straight Connector 3118">
                <a:extLst>
                  <a:ext uri="{FF2B5EF4-FFF2-40B4-BE49-F238E27FC236}">
                    <a16:creationId xmlns:a16="http://schemas.microsoft.com/office/drawing/2014/main" id="{CA515853-7730-A642-5A4E-78BDEB1090C7}"/>
                  </a:ext>
                </a:extLst>
              </p:cNvPr>
              <p:cNvCxnSpPr>
                <a:cxnSpLocks/>
              </p:cNvCxnSpPr>
              <p:nvPr/>
            </p:nvCxnSpPr>
            <p:spPr>
              <a:xfrm>
                <a:off x="3490959" y="36397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0" name="Straight Connector 3119">
                <a:extLst>
                  <a:ext uri="{FF2B5EF4-FFF2-40B4-BE49-F238E27FC236}">
                    <a16:creationId xmlns:a16="http://schemas.microsoft.com/office/drawing/2014/main" id="{1C96E937-9BE0-5E98-4365-D83E1EA0A286}"/>
                  </a:ext>
                </a:extLst>
              </p:cNvPr>
              <p:cNvCxnSpPr>
                <a:cxnSpLocks/>
              </p:cNvCxnSpPr>
              <p:nvPr/>
            </p:nvCxnSpPr>
            <p:spPr>
              <a:xfrm>
                <a:off x="3643359" y="37921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1" name="Straight Connector 3120">
                <a:extLst>
                  <a:ext uri="{FF2B5EF4-FFF2-40B4-BE49-F238E27FC236}">
                    <a16:creationId xmlns:a16="http://schemas.microsoft.com/office/drawing/2014/main" id="{E4150B58-8C7C-CDD6-9C3F-5E53A46543D0}"/>
                  </a:ext>
                </a:extLst>
              </p:cNvPr>
              <p:cNvCxnSpPr>
                <a:cxnSpLocks/>
              </p:cNvCxnSpPr>
              <p:nvPr/>
            </p:nvCxnSpPr>
            <p:spPr>
              <a:xfrm>
                <a:off x="3680131" y="36397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2" name="Straight Connector 3121">
                <a:extLst>
                  <a:ext uri="{FF2B5EF4-FFF2-40B4-BE49-F238E27FC236}">
                    <a16:creationId xmlns:a16="http://schemas.microsoft.com/office/drawing/2014/main" id="{9E0D9E9D-4F57-B0F2-466E-309919D9EADB}"/>
                  </a:ext>
                </a:extLst>
              </p:cNvPr>
              <p:cNvCxnSpPr/>
              <p:nvPr/>
            </p:nvCxnSpPr>
            <p:spPr>
              <a:xfrm>
                <a:off x="1762005" y="37175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3" name="Straight Connector 3122">
                <a:extLst>
                  <a:ext uri="{FF2B5EF4-FFF2-40B4-BE49-F238E27FC236}">
                    <a16:creationId xmlns:a16="http://schemas.microsoft.com/office/drawing/2014/main" id="{C48B1F93-03ED-98F8-EAC7-EF7CCB99E11F}"/>
                  </a:ext>
                </a:extLst>
              </p:cNvPr>
              <p:cNvCxnSpPr>
                <a:cxnSpLocks/>
              </p:cNvCxnSpPr>
              <p:nvPr/>
            </p:nvCxnSpPr>
            <p:spPr>
              <a:xfrm>
                <a:off x="1914405" y="38699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4" name="Straight Connector 3123">
                <a:extLst>
                  <a:ext uri="{FF2B5EF4-FFF2-40B4-BE49-F238E27FC236}">
                    <a16:creationId xmlns:a16="http://schemas.microsoft.com/office/drawing/2014/main" id="{D928A3BC-2642-1A04-3072-6820A6369EC7}"/>
                  </a:ext>
                </a:extLst>
              </p:cNvPr>
              <p:cNvCxnSpPr>
                <a:cxnSpLocks/>
              </p:cNvCxnSpPr>
              <p:nvPr/>
            </p:nvCxnSpPr>
            <p:spPr>
              <a:xfrm flipH="1">
                <a:off x="2003757" y="40223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5" name="Straight Connector 3124">
                <a:extLst>
                  <a:ext uri="{FF2B5EF4-FFF2-40B4-BE49-F238E27FC236}">
                    <a16:creationId xmlns:a16="http://schemas.microsoft.com/office/drawing/2014/main" id="{715B6468-456D-32DB-899B-09488C076562}"/>
                  </a:ext>
                </a:extLst>
              </p:cNvPr>
              <p:cNvCxnSpPr/>
              <p:nvPr/>
            </p:nvCxnSpPr>
            <p:spPr>
              <a:xfrm>
                <a:off x="2219205" y="41747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6" name="Straight Connector 3125">
                <a:extLst>
                  <a:ext uri="{FF2B5EF4-FFF2-40B4-BE49-F238E27FC236}">
                    <a16:creationId xmlns:a16="http://schemas.microsoft.com/office/drawing/2014/main" id="{12031AE8-BD61-3D86-3083-872ACDDBA528}"/>
                  </a:ext>
                </a:extLst>
              </p:cNvPr>
              <p:cNvCxnSpPr/>
              <p:nvPr/>
            </p:nvCxnSpPr>
            <p:spPr>
              <a:xfrm>
                <a:off x="2371605" y="4327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7" name="Straight Connector 3126">
                <a:extLst>
                  <a:ext uri="{FF2B5EF4-FFF2-40B4-BE49-F238E27FC236}">
                    <a16:creationId xmlns:a16="http://schemas.microsoft.com/office/drawing/2014/main" id="{C9B30DA7-9789-672E-A45B-79285E64526C}"/>
                  </a:ext>
                </a:extLst>
              </p:cNvPr>
              <p:cNvCxnSpPr/>
              <p:nvPr/>
            </p:nvCxnSpPr>
            <p:spPr>
              <a:xfrm>
                <a:off x="2524005" y="44795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8" name="Straight Connector 3127">
                <a:extLst>
                  <a:ext uri="{FF2B5EF4-FFF2-40B4-BE49-F238E27FC236}">
                    <a16:creationId xmlns:a16="http://schemas.microsoft.com/office/drawing/2014/main" id="{8DD6172D-71A7-7FC2-BB64-AB10576E916B}"/>
                  </a:ext>
                </a:extLst>
              </p:cNvPr>
              <p:cNvCxnSpPr/>
              <p:nvPr/>
            </p:nvCxnSpPr>
            <p:spPr>
              <a:xfrm>
                <a:off x="2676405" y="46319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9" name="Straight Connector 3128">
                <a:extLst>
                  <a:ext uri="{FF2B5EF4-FFF2-40B4-BE49-F238E27FC236}">
                    <a16:creationId xmlns:a16="http://schemas.microsoft.com/office/drawing/2014/main" id="{BCF2E0F6-3AA1-C89C-025B-3B13F35C0CFC}"/>
                  </a:ext>
                </a:extLst>
              </p:cNvPr>
              <p:cNvCxnSpPr/>
              <p:nvPr/>
            </p:nvCxnSpPr>
            <p:spPr>
              <a:xfrm>
                <a:off x="2828805" y="47843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0" name="Straight Connector 3129">
                <a:extLst>
                  <a:ext uri="{FF2B5EF4-FFF2-40B4-BE49-F238E27FC236}">
                    <a16:creationId xmlns:a16="http://schemas.microsoft.com/office/drawing/2014/main" id="{04C9584E-D266-BE24-5392-CD2E3B38A4E8}"/>
                  </a:ext>
                </a:extLst>
              </p:cNvPr>
              <p:cNvCxnSpPr/>
              <p:nvPr/>
            </p:nvCxnSpPr>
            <p:spPr>
              <a:xfrm>
                <a:off x="2981205" y="49367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1" name="Straight Connector 3130">
                <a:extLst>
                  <a:ext uri="{FF2B5EF4-FFF2-40B4-BE49-F238E27FC236}">
                    <a16:creationId xmlns:a16="http://schemas.microsoft.com/office/drawing/2014/main" id="{E9D93A80-1C9F-C6FD-D2C3-A65A3A4FC901}"/>
                  </a:ext>
                </a:extLst>
              </p:cNvPr>
              <p:cNvCxnSpPr/>
              <p:nvPr/>
            </p:nvCxnSpPr>
            <p:spPr>
              <a:xfrm>
                <a:off x="3133605" y="5089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5" name="Straight Connector 3144">
                <a:extLst>
                  <a:ext uri="{FF2B5EF4-FFF2-40B4-BE49-F238E27FC236}">
                    <a16:creationId xmlns:a16="http://schemas.microsoft.com/office/drawing/2014/main" id="{6331B632-3F3C-6038-DCFE-C7D7438FF225}"/>
                  </a:ext>
                </a:extLst>
              </p:cNvPr>
              <p:cNvCxnSpPr>
                <a:cxnSpLocks/>
              </p:cNvCxnSpPr>
              <p:nvPr/>
            </p:nvCxnSpPr>
            <p:spPr>
              <a:xfrm flipH="1">
                <a:off x="1775157" y="40223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6" name="Straight Connector 3145">
                <a:extLst>
                  <a:ext uri="{FF2B5EF4-FFF2-40B4-BE49-F238E27FC236}">
                    <a16:creationId xmlns:a16="http://schemas.microsoft.com/office/drawing/2014/main" id="{CC425D1D-39D8-0A17-1F53-3C1BAD665653}"/>
                  </a:ext>
                </a:extLst>
              </p:cNvPr>
              <p:cNvCxnSpPr>
                <a:cxnSpLocks/>
              </p:cNvCxnSpPr>
              <p:nvPr/>
            </p:nvCxnSpPr>
            <p:spPr>
              <a:xfrm flipH="1">
                <a:off x="1927557" y="41747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7" name="Straight Connector 3146">
                <a:extLst>
                  <a:ext uri="{FF2B5EF4-FFF2-40B4-BE49-F238E27FC236}">
                    <a16:creationId xmlns:a16="http://schemas.microsoft.com/office/drawing/2014/main" id="{BDF4D43B-1643-0741-DEAB-202328F41154}"/>
                  </a:ext>
                </a:extLst>
              </p:cNvPr>
              <p:cNvCxnSpPr>
                <a:cxnSpLocks/>
              </p:cNvCxnSpPr>
              <p:nvPr/>
            </p:nvCxnSpPr>
            <p:spPr>
              <a:xfrm flipH="1">
                <a:off x="2079957" y="43271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8" name="Straight Connector 3147">
                <a:extLst>
                  <a:ext uri="{FF2B5EF4-FFF2-40B4-BE49-F238E27FC236}">
                    <a16:creationId xmlns:a16="http://schemas.microsoft.com/office/drawing/2014/main" id="{22A6BCD7-2F71-C939-1C57-2D194D90ACC9}"/>
                  </a:ext>
                </a:extLst>
              </p:cNvPr>
              <p:cNvCxnSpPr>
                <a:cxnSpLocks/>
              </p:cNvCxnSpPr>
              <p:nvPr/>
            </p:nvCxnSpPr>
            <p:spPr>
              <a:xfrm flipH="1">
                <a:off x="2232357" y="44795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9" name="Straight Connector 3148">
                <a:extLst>
                  <a:ext uri="{FF2B5EF4-FFF2-40B4-BE49-F238E27FC236}">
                    <a16:creationId xmlns:a16="http://schemas.microsoft.com/office/drawing/2014/main" id="{7AA253B6-673E-7FDB-0F6F-8F3330F9D220}"/>
                  </a:ext>
                </a:extLst>
              </p:cNvPr>
              <p:cNvCxnSpPr>
                <a:cxnSpLocks/>
              </p:cNvCxnSpPr>
              <p:nvPr/>
            </p:nvCxnSpPr>
            <p:spPr>
              <a:xfrm flipH="1">
                <a:off x="2384757" y="46319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0" name="Straight Connector 3149">
                <a:extLst>
                  <a:ext uri="{FF2B5EF4-FFF2-40B4-BE49-F238E27FC236}">
                    <a16:creationId xmlns:a16="http://schemas.microsoft.com/office/drawing/2014/main" id="{C83947C4-8F4B-C696-CBE1-D1C20901DC38}"/>
                  </a:ext>
                </a:extLst>
              </p:cNvPr>
              <p:cNvCxnSpPr>
                <a:cxnSpLocks/>
              </p:cNvCxnSpPr>
              <p:nvPr/>
            </p:nvCxnSpPr>
            <p:spPr>
              <a:xfrm flipH="1">
                <a:off x="2537157" y="47843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1" name="Straight Connector 3150">
                <a:extLst>
                  <a:ext uri="{FF2B5EF4-FFF2-40B4-BE49-F238E27FC236}">
                    <a16:creationId xmlns:a16="http://schemas.microsoft.com/office/drawing/2014/main" id="{5BC883D4-3FBB-7F7E-5526-977A3E597996}"/>
                  </a:ext>
                </a:extLst>
              </p:cNvPr>
              <p:cNvCxnSpPr>
                <a:cxnSpLocks/>
              </p:cNvCxnSpPr>
              <p:nvPr/>
            </p:nvCxnSpPr>
            <p:spPr>
              <a:xfrm flipH="1">
                <a:off x="2689557" y="49367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2" name="Straight Connector 3151">
                <a:extLst>
                  <a:ext uri="{FF2B5EF4-FFF2-40B4-BE49-F238E27FC236}">
                    <a16:creationId xmlns:a16="http://schemas.microsoft.com/office/drawing/2014/main" id="{EB0DF31F-3D2D-F022-5D0C-531573FAB150}"/>
                  </a:ext>
                </a:extLst>
              </p:cNvPr>
              <p:cNvCxnSpPr>
                <a:cxnSpLocks/>
              </p:cNvCxnSpPr>
              <p:nvPr/>
            </p:nvCxnSpPr>
            <p:spPr>
              <a:xfrm flipH="1">
                <a:off x="2841957" y="50891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3" name="Straight Connector 3152">
                <a:extLst>
                  <a:ext uri="{FF2B5EF4-FFF2-40B4-BE49-F238E27FC236}">
                    <a16:creationId xmlns:a16="http://schemas.microsoft.com/office/drawing/2014/main" id="{311EA5EC-D092-7562-1508-33C368204BC3}"/>
                  </a:ext>
                </a:extLst>
              </p:cNvPr>
              <p:cNvCxnSpPr>
                <a:cxnSpLocks/>
              </p:cNvCxnSpPr>
              <p:nvPr/>
            </p:nvCxnSpPr>
            <p:spPr>
              <a:xfrm flipH="1">
                <a:off x="1797590" y="43271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4" name="Straight Connector 3153">
                <a:extLst>
                  <a:ext uri="{FF2B5EF4-FFF2-40B4-BE49-F238E27FC236}">
                    <a16:creationId xmlns:a16="http://schemas.microsoft.com/office/drawing/2014/main" id="{7C0B6244-6F79-39E0-DBFC-52583BD70751}"/>
                  </a:ext>
                </a:extLst>
              </p:cNvPr>
              <p:cNvCxnSpPr>
                <a:cxnSpLocks/>
              </p:cNvCxnSpPr>
              <p:nvPr/>
            </p:nvCxnSpPr>
            <p:spPr>
              <a:xfrm flipH="1">
                <a:off x="1949990" y="44795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5" name="Straight Connector 3154">
                <a:extLst>
                  <a:ext uri="{FF2B5EF4-FFF2-40B4-BE49-F238E27FC236}">
                    <a16:creationId xmlns:a16="http://schemas.microsoft.com/office/drawing/2014/main" id="{27D1A20C-3E10-0F82-4999-C6EF32B6F871}"/>
                  </a:ext>
                </a:extLst>
              </p:cNvPr>
              <p:cNvCxnSpPr>
                <a:cxnSpLocks/>
              </p:cNvCxnSpPr>
              <p:nvPr/>
            </p:nvCxnSpPr>
            <p:spPr>
              <a:xfrm flipH="1">
                <a:off x="2102390" y="46319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6" name="Straight Connector 3155">
                <a:extLst>
                  <a:ext uri="{FF2B5EF4-FFF2-40B4-BE49-F238E27FC236}">
                    <a16:creationId xmlns:a16="http://schemas.microsoft.com/office/drawing/2014/main" id="{398F5BDC-4CD0-5A7F-3AB1-D9BF3C4EBEE6}"/>
                  </a:ext>
                </a:extLst>
              </p:cNvPr>
              <p:cNvCxnSpPr>
                <a:cxnSpLocks/>
              </p:cNvCxnSpPr>
              <p:nvPr/>
            </p:nvCxnSpPr>
            <p:spPr>
              <a:xfrm flipH="1">
                <a:off x="2254790" y="47843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7" name="Straight Connector 3156">
                <a:extLst>
                  <a:ext uri="{FF2B5EF4-FFF2-40B4-BE49-F238E27FC236}">
                    <a16:creationId xmlns:a16="http://schemas.microsoft.com/office/drawing/2014/main" id="{5463D89D-0D59-4ADF-2281-46CB643EF405}"/>
                  </a:ext>
                </a:extLst>
              </p:cNvPr>
              <p:cNvCxnSpPr>
                <a:cxnSpLocks/>
              </p:cNvCxnSpPr>
              <p:nvPr/>
            </p:nvCxnSpPr>
            <p:spPr>
              <a:xfrm flipH="1">
                <a:off x="2407190" y="49367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8" name="Straight Connector 3157">
                <a:extLst>
                  <a:ext uri="{FF2B5EF4-FFF2-40B4-BE49-F238E27FC236}">
                    <a16:creationId xmlns:a16="http://schemas.microsoft.com/office/drawing/2014/main" id="{8844A418-DFB8-BF7A-069E-23AF8A50B317}"/>
                  </a:ext>
                </a:extLst>
              </p:cNvPr>
              <p:cNvCxnSpPr>
                <a:cxnSpLocks/>
              </p:cNvCxnSpPr>
              <p:nvPr/>
            </p:nvCxnSpPr>
            <p:spPr>
              <a:xfrm flipH="1">
                <a:off x="2559590" y="50891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9" name="Straight Connector 3158">
                <a:extLst>
                  <a:ext uri="{FF2B5EF4-FFF2-40B4-BE49-F238E27FC236}">
                    <a16:creationId xmlns:a16="http://schemas.microsoft.com/office/drawing/2014/main" id="{F9F3A0F9-487C-5EA0-D25C-1C6484375253}"/>
                  </a:ext>
                </a:extLst>
              </p:cNvPr>
              <p:cNvCxnSpPr>
                <a:cxnSpLocks/>
              </p:cNvCxnSpPr>
              <p:nvPr/>
            </p:nvCxnSpPr>
            <p:spPr>
              <a:xfrm flipH="1">
                <a:off x="1762005" y="460898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0" name="Straight Connector 3159">
                <a:extLst>
                  <a:ext uri="{FF2B5EF4-FFF2-40B4-BE49-F238E27FC236}">
                    <a16:creationId xmlns:a16="http://schemas.microsoft.com/office/drawing/2014/main" id="{6A089DC8-336C-9B92-C558-FFEE81E1248E}"/>
                  </a:ext>
                </a:extLst>
              </p:cNvPr>
              <p:cNvCxnSpPr>
                <a:cxnSpLocks/>
              </p:cNvCxnSpPr>
              <p:nvPr/>
            </p:nvCxnSpPr>
            <p:spPr>
              <a:xfrm flipH="1">
                <a:off x="1914405" y="476138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1" name="Straight Connector 3160">
                <a:extLst>
                  <a:ext uri="{FF2B5EF4-FFF2-40B4-BE49-F238E27FC236}">
                    <a16:creationId xmlns:a16="http://schemas.microsoft.com/office/drawing/2014/main" id="{CA48874F-114A-B802-3860-AA50B50BCEC3}"/>
                  </a:ext>
                </a:extLst>
              </p:cNvPr>
              <p:cNvCxnSpPr>
                <a:cxnSpLocks/>
              </p:cNvCxnSpPr>
              <p:nvPr/>
            </p:nvCxnSpPr>
            <p:spPr>
              <a:xfrm flipH="1">
                <a:off x="2066805" y="491378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2" name="Straight Connector 3161">
                <a:extLst>
                  <a:ext uri="{FF2B5EF4-FFF2-40B4-BE49-F238E27FC236}">
                    <a16:creationId xmlns:a16="http://schemas.microsoft.com/office/drawing/2014/main" id="{B44C7941-C0E6-C2F9-4C7A-6EE7794D6C96}"/>
                  </a:ext>
                </a:extLst>
              </p:cNvPr>
              <p:cNvCxnSpPr>
                <a:cxnSpLocks/>
              </p:cNvCxnSpPr>
              <p:nvPr/>
            </p:nvCxnSpPr>
            <p:spPr>
              <a:xfrm flipH="1">
                <a:off x="2219205" y="506618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3" name="Straight Connector 3162">
                <a:extLst>
                  <a:ext uri="{FF2B5EF4-FFF2-40B4-BE49-F238E27FC236}">
                    <a16:creationId xmlns:a16="http://schemas.microsoft.com/office/drawing/2014/main" id="{40D5195E-70D7-5C85-A13C-3D3FCEB23341}"/>
                  </a:ext>
                </a:extLst>
              </p:cNvPr>
              <p:cNvCxnSpPr>
                <a:cxnSpLocks/>
              </p:cNvCxnSpPr>
              <p:nvPr/>
            </p:nvCxnSpPr>
            <p:spPr>
              <a:xfrm flipH="1">
                <a:off x="1801391" y="491036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5" name="Straight Connector 3164">
                <a:extLst>
                  <a:ext uri="{FF2B5EF4-FFF2-40B4-BE49-F238E27FC236}">
                    <a16:creationId xmlns:a16="http://schemas.microsoft.com/office/drawing/2014/main" id="{8A05FCA4-AED1-4F3E-35E6-CBBD1D24F705}"/>
                  </a:ext>
                </a:extLst>
              </p:cNvPr>
              <p:cNvCxnSpPr>
                <a:cxnSpLocks/>
              </p:cNvCxnSpPr>
              <p:nvPr/>
            </p:nvCxnSpPr>
            <p:spPr>
              <a:xfrm flipH="1">
                <a:off x="1953791" y="506276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6" name="Straight Connector 3165">
                <a:extLst>
                  <a:ext uri="{FF2B5EF4-FFF2-40B4-BE49-F238E27FC236}">
                    <a16:creationId xmlns:a16="http://schemas.microsoft.com/office/drawing/2014/main" id="{DD92210B-4CC8-85A5-5541-C48619F97027}"/>
                  </a:ext>
                </a:extLst>
              </p:cNvPr>
              <p:cNvCxnSpPr/>
              <p:nvPr/>
            </p:nvCxnSpPr>
            <p:spPr>
              <a:xfrm>
                <a:off x="2864390" y="38263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7" name="Straight Connector 3166">
                <a:extLst>
                  <a:ext uri="{FF2B5EF4-FFF2-40B4-BE49-F238E27FC236}">
                    <a16:creationId xmlns:a16="http://schemas.microsoft.com/office/drawing/2014/main" id="{453BC9A4-0F09-B7E9-C86B-20DF6599056A}"/>
                  </a:ext>
                </a:extLst>
              </p:cNvPr>
              <p:cNvCxnSpPr/>
              <p:nvPr/>
            </p:nvCxnSpPr>
            <p:spPr>
              <a:xfrm>
                <a:off x="3016790" y="39787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8" name="Straight Connector 3167">
                <a:extLst>
                  <a:ext uri="{FF2B5EF4-FFF2-40B4-BE49-F238E27FC236}">
                    <a16:creationId xmlns:a16="http://schemas.microsoft.com/office/drawing/2014/main" id="{54A69062-5FBA-507E-92AE-0A719A7044A9}"/>
                  </a:ext>
                </a:extLst>
              </p:cNvPr>
              <p:cNvCxnSpPr/>
              <p:nvPr/>
            </p:nvCxnSpPr>
            <p:spPr>
              <a:xfrm>
                <a:off x="3169190" y="41311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9" name="Straight Connector 3168">
                <a:extLst>
                  <a:ext uri="{FF2B5EF4-FFF2-40B4-BE49-F238E27FC236}">
                    <a16:creationId xmlns:a16="http://schemas.microsoft.com/office/drawing/2014/main" id="{4C935D02-5F8C-2906-C4D7-D94DB3B079B0}"/>
                  </a:ext>
                </a:extLst>
              </p:cNvPr>
              <p:cNvCxnSpPr/>
              <p:nvPr/>
            </p:nvCxnSpPr>
            <p:spPr>
              <a:xfrm>
                <a:off x="3321590" y="42835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0" name="Straight Connector 3169">
                <a:extLst>
                  <a:ext uri="{FF2B5EF4-FFF2-40B4-BE49-F238E27FC236}">
                    <a16:creationId xmlns:a16="http://schemas.microsoft.com/office/drawing/2014/main" id="{FEC2B32A-1460-722E-1FE1-9D0777F55D1C}"/>
                  </a:ext>
                </a:extLst>
              </p:cNvPr>
              <p:cNvCxnSpPr/>
              <p:nvPr/>
            </p:nvCxnSpPr>
            <p:spPr>
              <a:xfrm>
                <a:off x="3473990" y="44359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1" name="Straight Connector 3170">
                <a:extLst>
                  <a:ext uri="{FF2B5EF4-FFF2-40B4-BE49-F238E27FC236}">
                    <a16:creationId xmlns:a16="http://schemas.microsoft.com/office/drawing/2014/main" id="{CEC424B0-2766-5FD1-9E43-BF843BC12A69}"/>
                  </a:ext>
                </a:extLst>
              </p:cNvPr>
              <p:cNvCxnSpPr/>
              <p:nvPr/>
            </p:nvCxnSpPr>
            <p:spPr>
              <a:xfrm>
                <a:off x="2254790" y="4705734"/>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2" name="Straight Connector 3171">
                <a:extLst>
                  <a:ext uri="{FF2B5EF4-FFF2-40B4-BE49-F238E27FC236}">
                    <a16:creationId xmlns:a16="http://schemas.microsoft.com/office/drawing/2014/main" id="{C156F3AD-664B-81C3-A552-5FAC237B45D5}"/>
                  </a:ext>
                </a:extLst>
              </p:cNvPr>
              <p:cNvCxnSpPr/>
              <p:nvPr/>
            </p:nvCxnSpPr>
            <p:spPr>
              <a:xfrm>
                <a:off x="2477727" y="3760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3" name="Straight Connector 3172">
                <a:extLst>
                  <a:ext uri="{FF2B5EF4-FFF2-40B4-BE49-F238E27FC236}">
                    <a16:creationId xmlns:a16="http://schemas.microsoft.com/office/drawing/2014/main" id="{D4CAA89F-CE0A-95A0-9DB7-711298D73A1D}"/>
                  </a:ext>
                </a:extLst>
              </p:cNvPr>
              <p:cNvCxnSpPr/>
              <p:nvPr/>
            </p:nvCxnSpPr>
            <p:spPr>
              <a:xfrm>
                <a:off x="2630127" y="3912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4" name="Straight Connector 3173">
                <a:extLst>
                  <a:ext uri="{FF2B5EF4-FFF2-40B4-BE49-F238E27FC236}">
                    <a16:creationId xmlns:a16="http://schemas.microsoft.com/office/drawing/2014/main" id="{B8FE88EA-F44E-927D-B371-BEF20E90C1FD}"/>
                  </a:ext>
                </a:extLst>
              </p:cNvPr>
              <p:cNvCxnSpPr/>
              <p:nvPr/>
            </p:nvCxnSpPr>
            <p:spPr>
              <a:xfrm>
                <a:off x="2782527" y="40653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5" name="Straight Connector 3174">
                <a:extLst>
                  <a:ext uri="{FF2B5EF4-FFF2-40B4-BE49-F238E27FC236}">
                    <a16:creationId xmlns:a16="http://schemas.microsoft.com/office/drawing/2014/main" id="{C06DF2C2-23D6-0E4D-A3FD-74E7E24F7EA4}"/>
                  </a:ext>
                </a:extLst>
              </p:cNvPr>
              <p:cNvCxnSpPr/>
              <p:nvPr/>
            </p:nvCxnSpPr>
            <p:spPr>
              <a:xfrm>
                <a:off x="2934927" y="4217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6" name="Straight Connector 3175">
                <a:extLst>
                  <a:ext uri="{FF2B5EF4-FFF2-40B4-BE49-F238E27FC236}">
                    <a16:creationId xmlns:a16="http://schemas.microsoft.com/office/drawing/2014/main" id="{F1A556F1-AD07-7E3C-2EB5-9B1885761EB6}"/>
                  </a:ext>
                </a:extLst>
              </p:cNvPr>
              <p:cNvCxnSpPr/>
              <p:nvPr/>
            </p:nvCxnSpPr>
            <p:spPr>
              <a:xfrm>
                <a:off x="3087327" y="4370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7" name="Straight Connector 3176">
                <a:extLst>
                  <a:ext uri="{FF2B5EF4-FFF2-40B4-BE49-F238E27FC236}">
                    <a16:creationId xmlns:a16="http://schemas.microsoft.com/office/drawing/2014/main" id="{AA33FF66-F43D-986C-175A-FC539B418277}"/>
                  </a:ext>
                </a:extLst>
              </p:cNvPr>
              <p:cNvCxnSpPr/>
              <p:nvPr/>
            </p:nvCxnSpPr>
            <p:spPr>
              <a:xfrm>
                <a:off x="3239727" y="4522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8" name="Straight Connector 3177">
                <a:extLst>
                  <a:ext uri="{FF2B5EF4-FFF2-40B4-BE49-F238E27FC236}">
                    <a16:creationId xmlns:a16="http://schemas.microsoft.com/office/drawing/2014/main" id="{AA2989FD-9A7B-A165-2881-94D1BDF09BF7}"/>
                  </a:ext>
                </a:extLst>
              </p:cNvPr>
              <p:cNvCxnSpPr/>
              <p:nvPr/>
            </p:nvCxnSpPr>
            <p:spPr>
              <a:xfrm>
                <a:off x="3392127" y="4674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9" name="Straight Connector 3178">
                <a:extLst>
                  <a:ext uri="{FF2B5EF4-FFF2-40B4-BE49-F238E27FC236}">
                    <a16:creationId xmlns:a16="http://schemas.microsoft.com/office/drawing/2014/main" id="{D86F38F9-FFFB-385D-8B2C-1E4574235397}"/>
                  </a:ext>
                </a:extLst>
              </p:cNvPr>
              <p:cNvCxnSpPr/>
              <p:nvPr/>
            </p:nvCxnSpPr>
            <p:spPr>
              <a:xfrm>
                <a:off x="3743205" y="4761386"/>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0" name="Straight Connector 3179">
                <a:extLst>
                  <a:ext uri="{FF2B5EF4-FFF2-40B4-BE49-F238E27FC236}">
                    <a16:creationId xmlns:a16="http://schemas.microsoft.com/office/drawing/2014/main" id="{84C01EA6-EAA7-851A-CDA7-94265A8EB17F}"/>
                  </a:ext>
                </a:extLst>
              </p:cNvPr>
              <p:cNvCxnSpPr/>
              <p:nvPr/>
            </p:nvCxnSpPr>
            <p:spPr>
              <a:xfrm>
                <a:off x="3666105" y="4979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1" name="Straight Connector 3180">
                <a:extLst>
                  <a:ext uri="{FF2B5EF4-FFF2-40B4-BE49-F238E27FC236}">
                    <a16:creationId xmlns:a16="http://schemas.microsoft.com/office/drawing/2014/main" id="{806EDF6E-7F47-94A8-E713-CE5AFA745F3B}"/>
                  </a:ext>
                </a:extLst>
              </p:cNvPr>
              <p:cNvCxnSpPr/>
              <p:nvPr/>
            </p:nvCxnSpPr>
            <p:spPr>
              <a:xfrm>
                <a:off x="3401591" y="3999386"/>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2" name="Straight Connector 3181">
                <a:extLst>
                  <a:ext uri="{FF2B5EF4-FFF2-40B4-BE49-F238E27FC236}">
                    <a16:creationId xmlns:a16="http://schemas.microsoft.com/office/drawing/2014/main" id="{78145615-0ADC-F9FA-CA49-A70EA2453BDA}"/>
                  </a:ext>
                </a:extLst>
              </p:cNvPr>
              <p:cNvCxnSpPr/>
              <p:nvPr/>
            </p:nvCxnSpPr>
            <p:spPr>
              <a:xfrm>
                <a:off x="3971805" y="4736556"/>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3" name="Straight Connector 3182">
                <a:extLst>
                  <a:ext uri="{FF2B5EF4-FFF2-40B4-BE49-F238E27FC236}">
                    <a16:creationId xmlns:a16="http://schemas.microsoft.com/office/drawing/2014/main" id="{88DCE426-9B38-D069-29A0-C95C64A6CF1E}"/>
                  </a:ext>
                </a:extLst>
              </p:cNvPr>
              <p:cNvCxnSpPr/>
              <p:nvPr/>
            </p:nvCxnSpPr>
            <p:spPr>
              <a:xfrm>
                <a:off x="4144753" y="472628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4" name="Straight Connector 3183">
                <a:extLst>
                  <a:ext uri="{FF2B5EF4-FFF2-40B4-BE49-F238E27FC236}">
                    <a16:creationId xmlns:a16="http://schemas.microsoft.com/office/drawing/2014/main" id="{2F4BC1C7-CC6F-46EF-C46A-DA5432574B8A}"/>
                  </a:ext>
                </a:extLst>
              </p:cNvPr>
              <p:cNvCxnSpPr/>
              <p:nvPr/>
            </p:nvCxnSpPr>
            <p:spPr>
              <a:xfrm>
                <a:off x="3971805" y="479649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5" name="Straight Connector 3184">
                <a:extLst>
                  <a:ext uri="{FF2B5EF4-FFF2-40B4-BE49-F238E27FC236}">
                    <a16:creationId xmlns:a16="http://schemas.microsoft.com/office/drawing/2014/main" id="{ACA909EB-25A1-A54A-349F-7F5B194337EF}"/>
                  </a:ext>
                </a:extLst>
              </p:cNvPr>
              <p:cNvCxnSpPr/>
              <p:nvPr/>
            </p:nvCxnSpPr>
            <p:spPr>
              <a:xfrm>
                <a:off x="4144753" y="4781934"/>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186" name="Oval 3185">
                <a:extLst>
                  <a:ext uri="{FF2B5EF4-FFF2-40B4-BE49-F238E27FC236}">
                    <a16:creationId xmlns:a16="http://schemas.microsoft.com/office/drawing/2014/main" id="{881E68D3-43C7-3305-78E8-4A5F47259363}"/>
                  </a:ext>
                </a:extLst>
              </p:cNvPr>
              <p:cNvSpPr/>
              <p:nvPr/>
            </p:nvSpPr>
            <p:spPr>
              <a:xfrm>
                <a:off x="2179032" y="3004577"/>
                <a:ext cx="192573" cy="10052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198" name="Straight Connector 3197">
                <a:extLst>
                  <a:ext uri="{FF2B5EF4-FFF2-40B4-BE49-F238E27FC236}">
                    <a16:creationId xmlns:a16="http://schemas.microsoft.com/office/drawing/2014/main" id="{A2E22455-BDE3-B652-0FBB-290C631D92B7}"/>
                  </a:ext>
                </a:extLst>
              </p:cNvPr>
              <p:cNvCxnSpPr>
                <a:cxnSpLocks/>
              </p:cNvCxnSpPr>
              <p:nvPr/>
            </p:nvCxnSpPr>
            <p:spPr>
              <a:xfrm flipH="1">
                <a:off x="2156132" y="3088512"/>
                <a:ext cx="47449" cy="1677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9" name="Straight Connector 3198">
                <a:extLst>
                  <a:ext uri="{FF2B5EF4-FFF2-40B4-BE49-F238E27FC236}">
                    <a16:creationId xmlns:a16="http://schemas.microsoft.com/office/drawing/2014/main" id="{379C79C7-D1C2-9527-7503-9660AA3281AE}"/>
                  </a:ext>
                </a:extLst>
              </p:cNvPr>
              <p:cNvCxnSpPr>
                <a:cxnSpLocks/>
              </p:cNvCxnSpPr>
              <p:nvPr/>
            </p:nvCxnSpPr>
            <p:spPr>
              <a:xfrm>
                <a:off x="2253117" y="3088512"/>
                <a:ext cx="1673" cy="2258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0" name="Straight Connector 3199">
                <a:extLst>
                  <a:ext uri="{FF2B5EF4-FFF2-40B4-BE49-F238E27FC236}">
                    <a16:creationId xmlns:a16="http://schemas.microsoft.com/office/drawing/2014/main" id="{1E979F5D-57F6-3B97-32E0-4D47B7A76D9E}"/>
                  </a:ext>
                </a:extLst>
              </p:cNvPr>
              <p:cNvCxnSpPr>
                <a:cxnSpLocks/>
              </p:cNvCxnSpPr>
              <p:nvPr/>
            </p:nvCxnSpPr>
            <p:spPr>
              <a:xfrm>
                <a:off x="2295405" y="3090272"/>
                <a:ext cx="0" cy="229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1" name="Straight Connector 3200">
                <a:extLst>
                  <a:ext uri="{FF2B5EF4-FFF2-40B4-BE49-F238E27FC236}">
                    <a16:creationId xmlns:a16="http://schemas.microsoft.com/office/drawing/2014/main" id="{AAEEB18F-DA6E-C664-0FDC-DCB0C02376E8}"/>
                  </a:ext>
                </a:extLst>
              </p:cNvPr>
              <p:cNvCxnSpPr>
                <a:cxnSpLocks/>
              </p:cNvCxnSpPr>
              <p:nvPr/>
            </p:nvCxnSpPr>
            <p:spPr>
              <a:xfrm>
                <a:off x="2339889" y="3087030"/>
                <a:ext cx="0" cy="260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8" name="Straight Connector 3207">
                <a:extLst>
                  <a:ext uri="{FF2B5EF4-FFF2-40B4-BE49-F238E27FC236}">
                    <a16:creationId xmlns:a16="http://schemas.microsoft.com/office/drawing/2014/main" id="{2C9D2864-865F-8A20-A271-44652B6BB4D9}"/>
                  </a:ext>
                </a:extLst>
              </p:cNvPr>
              <p:cNvCxnSpPr>
                <a:cxnSpLocks/>
              </p:cNvCxnSpPr>
              <p:nvPr/>
            </p:nvCxnSpPr>
            <p:spPr>
              <a:xfrm>
                <a:off x="2371056" y="3074414"/>
                <a:ext cx="30848" cy="2467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1" name="Straight Connector 3210">
                <a:extLst>
                  <a:ext uri="{FF2B5EF4-FFF2-40B4-BE49-F238E27FC236}">
                    <a16:creationId xmlns:a16="http://schemas.microsoft.com/office/drawing/2014/main" id="{773134EF-120D-4A52-9CC4-824E86B8D9F5}"/>
                  </a:ext>
                </a:extLst>
              </p:cNvPr>
              <p:cNvCxnSpPr>
                <a:cxnSpLocks/>
              </p:cNvCxnSpPr>
              <p:nvPr/>
            </p:nvCxnSpPr>
            <p:spPr>
              <a:xfrm flipH="1">
                <a:off x="2199526" y="3119369"/>
                <a:ext cx="47449" cy="1677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3" name="Straight Connector 3212">
                <a:extLst>
                  <a:ext uri="{FF2B5EF4-FFF2-40B4-BE49-F238E27FC236}">
                    <a16:creationId xmlns:a16="http://schemas.microsoft.com/office/drawing/2014/main" id="{C1B0E4FE-A15F-BC58-D18B-95E4D59BE939}"/>
                  </a:ext>
                </a:extLst>
              </p:cNvPr>
              <p:cNvCxnSpPr>
                <a:stCxn id="45" idx="0"/>
              </p:cNvCxnSpPr>
              <p:nvPr/>
            </p:nvCxnSpPr>
            <p:spPr>
              <a:xfrm flipV="1">
                <a:off x="3242645" y="2322986"/>
                <a:ext cx="0" cy="7405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14" name="Rectangle 3213">
                <a:extLst>
                  <a:ext uri="{FF2B5EF4-FFF2-40B4-BE49-F238E27FC236}">
                    <a16:creationId xmlns:a16="http://schemas.microsoft.com/office/drawing/2014/main" id="{7ECBFA17-0595-606A-5A4E-33EE2588EEFE}"/>
                  </a:ext>
                </a:extLst>
              </p:cNvPr>
              <p:cNvSpPr/>
              <p:nvPr/>
            </p:nvSpPr>
            <p:spPr>
              <a:xfrm>
                <a:off x="2919077" y="1637228"/>
                <a:ext cx="6858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15" name="Oval 3214">
                <a:extLst>
                  <a:ext uri="{FF2B5EF4-FFF2-40B4-BE49-F238E27FC236}">
                    <a16:creationId xmlns:a16="http://schemas.microsoft.com/office/drawing/2014/main" id="{EF40BFD1-FE77-BAFE-8F87-9E51C49EA152}"/>
                  </a:ext>
                </a:extLst>
              </p:cNvPr>
              <p:cNvSpPr/>
              <p:nvPr/>
            </p:nvSpPr>
            <p:spPr>
              <a:xfrm>
                <a:off x="2995277" y="1712850"/>
                <a:ext cx="523220" cy="52322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17" name="Straight Arrow Connector 3216">
                <a:extLst>
                  <a:ext uri="{FF2B5EF4-FFF2-40B4-BE49-F238E27FC236}">
                    <a16:creationId xmlns:a16="http://schemas.microsoft.com/office/drawing/2014/main" id="{7084CBA7-90BE-C643-C7F4-0240C7107151}"/>
                  </a:ext>
                </a:extLst>
              </p:cNvPr>
              <p:cNvCxnSpPr/>
              <p:nvPr/>
            </p:nvCxnSpPr>
            <p:spPr>
              <a:xfrm flipH="1">
                <a:off x="3179951" y="1865828"/>
                <a:ext cx="152400" cy="2286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18" name="Partial Circle 3217">
                <a:extLst>
                  <a:ext uri="{FF2B5EF4-FFF2-40B4-BE49-F238E27FC236}">
                    <a16:creationId xmlns:a16="http://schemas.microsoft.com/office/drawing/2014/main" id="{0361CCA8-2DFB-5B90-8A9A-EB24541FE5CB}"/>
                  </a:ext>
                </a:extLst>
              </p:cNvPr>
              <p:cNvSpPr/>
              <p:nvPr/>
            </p:nvSpPr>
            <p:spPr>
              <a:xfrm flipV="1">
                <a:off x="1087693" y="2323314"/>
                <a:ext cx="381000" cy="381000"/>
              </a:xfrm>
              <a:prstGeom prst="pie">
                <a:avLst>
                  <a:gd name="adj1" fmla="val 0"/>
                  <a:gd name="adj2" fmla="val 1075640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3220" name="Straight Connector 3219">
                <a:extLst>
                  <a:ext uri="{FF2B5EF4-FFF2-40B4-BE49-F238E27FC236}">
                    <a16:creationId xmlns:a16="http://schemas.microsoft.com/office/drawing/2014/main" id="{F405EE91-5EFE-CDC9-78DF-9B11B4A41878}"/>
                  </a:ext>
                </a:extLst>
              </p:cNvPr>
              <p:cNvCxnSpPr>
                <a:stCxn id="3218" idx="1"/>
              </p:cNvCxnSpPr>
              <p:nvPr/>
            </p:nvCxnSpPr>
            <p:spPr>
              <a:xfrm flipH="1" flipV="1">
                <a:off x="1269242" y="1941986"/>
                <a:ext cx="0" cy="3813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4" name="Straight Connector 3223">
                <a:extLst>
                  <a:ext uri="{FF2B5EF4-FFF2-40B4-BE49-F238E27FC236}">
                    <a16:creationId xmlns:a16="http://schemas.microsoft.com/office/drawing/2014/main" id="{745F0ECB-6A09-96FE-ABC2-A745732DEE4A}"/>
                  </a:ext>
                </a:extLst>
              </p:cNvPr>
              <p:cNvCxnSpPr>
                <a:cxnSpLocks/>
                <a:stCxn id="3214" idx="1"/>
              </p:cNvCxnSpPr>
              <p:nvPr/>
            </p:nvCxnSpPr>
            <p:spPr>
              <a:xfrm flipH="1" flipV="1">
                <a:off x="1269242" y="1941986"/>
                <a:ext cx="16498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26" name="TextBox 3225">
                <a:extLst>
                  <a:ext uri="{FF2B5EF4-FFF2-40B4-BE49-F238E27FC236}">
                    <a16:creationId xmlns:a16="http://schemas.microsoft.com/office/drawing/2014/main" id="{C04C6E09-4442-57AF-0BDD-ADF2AB3F1758}"/>
                  </a:ext>
                </a:extLst>
              </p:cNvPr>
              <p:cNvSpPr txBox="1"/>
              <p:nvPr/>
            </p:nvSpPr>
            <p:spPr>
              <a:xfrm>
                <a:off x="271994" y="2900320"/>
                <a:ext cx="8869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Inflow</a:t>
                </a:r>
                <a:endParaRPr lang="en-IN" dirty="0">
                  <a:latin typeface="Times New Roman" panose="02020603050405020304" pitchFamily="18" charset="0"/>
                  <a:cs typeface="Times New Roman" panose="02020603050405020304" pitchFamily="18" charset="0"/>
                </a:endParaRPr>
              </a:p>
            </p:txBody>
          </p:sp>
          <p:cxnSp>
            <p:nvCxnSpPr>
              <p:cNvPr id="3228" name="Straight Arrow Connector 3227">
                <a:extLst>
                  <a:ext uri="{FF2B5EF4-FFF2-40B4-BE49-F238E27FC236}">
                    <a16:creationId xmlns:a16="http://schemas.microsoft.com/office/drawing/2014/main" id="{74AD16B9-4F45-8951-F38F-EA2F158D337B}"/>
                  </a:ext>
                </a:extLst>
              </p:cNvPr>
              <p:cNvCxnSpPr/>
              <p:nvPr/>
            </p:nvCxnSpPr>
            <p:spPr>
              <a:xfrm flipV="1">
                <a:off x="227184" y="2818286"/>
                <a:ext cx="294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29" name="Straight Arrow Connector 3228">
                <a:extLst>
                  <a:ext uri="{FF2B5EF4-FFF2-40B4-BE49-F238E27FC236}">
                    <a16:creationId xmlns:a16="http://schemas.microsoft.com/office/drawing/2014/main" id="{C4EA0D8E-1513-14F9-7565-69453CB4E776}"/>
                  </a:ext>
                </a:extLst>
              </p:cNvPr>
              <p:cNvCxnSpPr/>
              <p:nvPr/>
            </p:nvCxnSpPr>
            <p:spPr>
              <a:xfrm flipV="1">
                <a:off x="5262153" y="4784380"/>
                <a:ext cx="294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30" name="TextBox 3229">
                <a:extLst>
                  <a:ext uri="{FF2B5EF4-FFF2-40B4-BE49-F238E27FC236}">
                    <a16:creationId xmlns:a16="http://schemas.microsoft.com/office/drawing/2014/main" id="{BE6C807A-8B43-2A83-F7E7-7E84D21ADF4F}"/>
                  </a:ext>
                </a:extLst>
              </p:cNvPr>
              <p:cNvSpPr txBox="1"/>
              <p:nvPr/>
            </p:nvSpPr>
            <p:spPr>
              <a:xfrm>
                <a:off x="4876101" y="4851481"/>
                <a:ext cx="11335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Outflow</a:t>
                </a:r>
                <a:endParaRPr lang="en-IN" dirty="0">
                  <a:latin typeface="Times New Roman" panose="02020603050405020304" pitchFamily="18" charset="0"/>
                  <a:cs typeface="Times New Roman" panose="02020603050405020304" pitchFamily="18" charset="0"/>
                </a:endParaRPr>
              </a:p>
            </p:txBody>
          </p:sp>
          <p:sp>
            <p:nvSpPr>
              <p:cNvPr id="3231" name="TextBox 3230">
                <a:extLst>
                  <a:ext uri="{FF2B5EF4-FFF2-40B4-BE49-F238E27FC236}">
                    <a16:creationId xmlns:a16="http://schemas.microsoft.com/office/drawing/2014/main" id="{7155AAF3-FEFD-088F-42B3-7F4B76238D2F}"/>
                  </a:ext>
                </a:extLst>
              </p:cNvPr>
              <p:cNvSpPr txBox="1"/>
              <p:nvPr/>
            </p:nvSpPr>
            <p:spPr>
              <a:xfrm>
                <a:off x="270983" y="1388340"/>
                <a:ext cx="1199839"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Pneumatic </a:t>
                </a:r>
              </a:p>
              <a:p>
                <a:r>
                  <a:rPr lang="en-US" dirty="0">
                    <a:latin typeface="Times New Roman" panose="02020603050405020304" pitchFamily="18" charset="0"/>
                    <a:cs typeface="Times New Roman" panose="02020603050405020304" pitchFamily="18" charset="0"/>
                  </a:rPr>
                  <a:t>Valve</a:t>
                </a:r>
                <a:endParaRPr lang="en-IN" dirty="0">
                  <a:latin typeface="Times New Roman" panose="02020603050405020304" pitchFamily="18" charset="0"/>
                  <a:cs typeface="Times New Roman" panose="02020603050405020304" pitchFamily="18" charset="0"/>
                </a:endParaRPr>
              </a:p>
            </p:txBody>
          </p:sp>
          <p:cxnSp>
            <p:nvCxnSpPr>
              <p:cNvPr id="3233" name="Straight Arrow Connector 3232">
                <a:extLst>
                  <a:ext uri="{FF2B5EF4-FFF2-40B4-BE49-F238E27FC236}">
                    <a16:creationId xmlns:a16="http://schemas.microsoft.com/office/drawing/2014/main" id="{CA087386-B81D-924B-167D-B3ACE72A6B3D}"/>
                  </a:ext>
                </a:extLst>
              </p:cNvPr>
              <p:cNvCxnSpPr>
                <a:stCxn id="3231" idx="2"/>
              </p:cNvCxnSpPr>
              <p:nvPr/>
            </p:nvCxnSpPr>
            <p:spPr>
              <a:xfrm>
                <a:off x="870903" y="2034671"/>
                <a:ext cx="205313" cy="2883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34" name="TextBox 3233">
                <a:extLst>
                  <a:ext uri="{FF2B5EF4-FFF2-40B4-BE49-F238E27FC236}">
                    <a16:creationId xmlns:a16="http://schemas.microsoft.com/office/drawing/2014/main" id="{3F0043CE-4A60-62DC-6F86-E2B3A8B71AA0}"/>
                  </a:ext>
                </a:extLst>
              </p:cNvPr>
              <p:cNvSpPr txBox="1"/>
              <p:nvPr/>
            </p:nvSpPr>
            <p:spPr>
              <a:xfrm>
                <a:off x="2711990" y="1256186"/>
                <a:ext cx="1143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Controller</a:t>
                </a:r>
                <a:endParaRPr lang="en-IN" dirty="0">
                  <a:latin typeface="Times New Roman" panose="02020603050405020304" pitchFamily="18" charset="0"/>
                  <a:cs typeface="Times New Roman" panose="02020603050405020304" pitchFamily="18" charset="0"/>
                </a:endParaRPr>
              </a:p>
            </p:txBody>
          </p:sp>
        </p:grpSp>
        <p:sp>
          <p:nvSpPr>
            <p:cNvPr id="3266" name="TextBox 3265">
              <a:extLst>
                <a:ext uri="{FF2B5EF4-FFF2-40B4-BE49-F238E27FC236}">
                  <a16:creationId xmlns:a16="http://schemas.microsoft.com/office/drawing/2014/main" id="{8927DFE4-D64D-79D4-A56D-F8FDE91DC401}"/>
                </a:ext>
              </a:extLst>
            </p:cNvPr>
            <p:cNvSpPr txBox="1"/>
            <p:nvPr/>
          </p:nvSpPr>
          <p:spPr>
            <a:xfrm>
              <a:off x="2042319" y="5334000"/>
              <a:ext cx="1905000" cy="38100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Water Tank</a:t>
              </a:r>
              <a:endParaRPr lang="en-IN" dirty="0">
                <a:latin typeface="Times New Roman" panose="02020603050405020304" pitchFamily="18" charset="0"/>
                <a:cs typeface="Times New Roman" panose="02020603050405020304" pitchFamily="18" charset="0"/>
              </a:endParaRPr>
            </a:p>
          </p:txBody>
        </p:sp>
      </p:grpSp>
      <p:sp>
        <p:nvSpPr>
          <p:cNvPr id="3270" name="TextBox 3269">
            <a:extLst>
              <a:ext uri="{FF2B5EF4-FFF2-40B4-BE49-F238E27FC236}">
                <a16:creationId xmlns:a16="http://schemas.microsoft.com/office/drawing/2014/main" id="{3192C275-97AB-48CC-A87E-C39E9A5FE99E}"/>
              </a:ext>
            </a:extLst>
          </p:cNvPr>
          <p:cNvSpPr txBox="1"/>
          <p:nvPr/>
        </p:nvSpPr>
        <p:spPr>
          <a:xfrm>
            <a:off x="496837" y="6249828"/>
            <a:ext cx="5896589" cy="230832"/>
          </a:xfrm>
          <a:prstGeom prst="rect">
            <a:avLst/>
          </a:prstGeom>
          <a:noFill/>
        </p:spPr>
        <p:txBody>
          <a:bodyPr wrap="square" rtlCol="0">
            <a:spAutoFit/>
          </a:bodyPr>
          <a:lstStyle/>
          <a:p>
            <a:r>
              <a:rPr lang="en-US" sz="900" dirty="0"/>
              <a:t>Reference: Modern Control Engineering by K. Ogata</a:t>
            </a:r>
            <a:endParaRPr lang="en-IN" sz="900" dirty="0"/>
          </a:p>
        </p:txBody>
      </p:sp>
      <p:sp>
        <p:nvSpPr>
          <p:cNvPr id="3271" name="TextBox 3270">
            <a:extLst>
              <a:ext uri="{FF2B5EF4-FFF2-40B4-BE49-F238E27FC236}">
                <a16:creationId xmlns:a16="http://schemas.microsoft.com/office/drawing/2014/main" id="{70E40051-1C5F-DEF1-48C4-652D2A488EE4}"/>
              </a:ext>
            </a:extLst>
          </p:cNvPr>
          <p:cNvSpPr txBox="1"/>
          <p:nvPr/>
        </p:nvSpPr>
        <p:spPr>
          <a:xfrm>
            <a:off x="1661478" y="5672545"/>
            <a:ext cx="22860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Liquid Level System</a:t>
            </a:r>
            <a:endParaRPr lang="en-IN" b="1" dirty="0">
              <a:latin typeface="Times New Roman" panose="02020603050405020304" pitchFamily="18" charset="0"/>
              <a:cs typeface="Times New Roman" panose="02020603050405020304" pitchFamily="18" charset="0"/>
            </a:endParaRPr>
          </a:p>
        </p:txBody>
      </p:sp>
      <p:sp>
        <p:nvSpPr>
          <p:cNvPr id="3272" name="TextBox 3271">
            <a:extLst>
              <a:ext uri="{FF2B5EF4-FFF2-40B4-BE49-F238E27FC236}">
                <a16:creationId xmlns:a16="http://schemas.microsoft.com/office/drawing/2014/main" id="{3DD0A237-365D-4F12-777E-AD6DD2711411}"/>
              </a:ext>
            </a:extLst>
          </p:cNvPr>
          <p:cNvSpPr txBox="1"/>
          <p:nvPr/>
        </p:nvSpPr>
        <p:spPr>
          <a:xfrm>
            <a:off x="7481434" y="4042898"/>
            <a:ext cx="184663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Block Diagram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735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A2FD2-51E0-CFE3-7574-68EEEBCF2C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6493AF-5810-7BC6-BE0C-D0CE60493639}"/>
              </a:ext>
            </a:extLst>
          </p:cNvPr>
          <p:cNvSpPr>
            <a:spLocks noGrp="1"/>
          </p:cNvSpPr>
          <p:nvPr>
            <p:ph idx="1"/>
          </p:nvPr>
        </p:nvSpPr>
        <p:spPr>
          <a:xfrm>
            <a:off x="202698" y="152400"/>
            <a:ext cx="11959140" cy="6172200"/>
          </a:xfrm>
        </p:spPr>
        <p:txBody>
          <a:bodyPr/>
          <a:lstStyle/>
          <a:p>
            <a:pPr>
              <a:buNone/>
            </a:pPr>
            <a:endParaRPr lang="en-US" dirty="0"/>
          </a:p>
          <a:p>
            <a:pPr>
              <a:buNone/>
            </a:pPr>
            <a:endParaRPr lang="en-US" dirty="0"/>
          </a:p>
          <a:p>
            <a:pPr>
              <a:buNone/>
            </a:pPr>
            <a:endParaRPr lang="en-US" dirty="0"/>
          </a:p>
          <a:p>
            <a:pPr>
              <a:buNone/>
            </a:pPr>
            <a:endParaRPr lang="en-US" dirty="0"/>
          </a:p>
        </p:txBody>
      </p:sp>
      <p:sp>
        <p:nvSpPr>
          <p:cNvPr id="4" name="Footer Placeholder 3">
            <a:extLst>
              <a:ext uri="{FF2B5EF4-FFF2-40B4-BE49-F238E27FC236}">
                <a16:creationId xmlns:a16="http://schemas.microsoft.com/office/drawing/2014/main" id="{2E8727E5-C638-A69B-2A8A-549314BAFCA3}"/>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8E230096-3DEE-FB36-E4F2-4D171AD13AFE}"/>
              </a:ext>
            </a:extLst>
          </p:cNvPr>
          <p:cNvSpPr>
            <a:spLocks noGrp="1"/>
          </p:cNvSpPr>
          <p:nvPr>
            <p:ph type="sldNum" sz="quarter" idx="12"/>
          </p:nvPr>
        </p:nvSpPr>
        <p:spPr/>
        <p:txBody>
          <a:bodyPr/>
          <a:lstStyle/>
          <a:p>
            <a:fld id="{DFFB4172-2071-4B6D-9A3C-0848A49D4CBF}" type="slidenum">
              <a:rPr lang="en-US" smtClean="0"/>
              <a:pPr/>
              <a:t>14</a:t>
            </a:fld>
            <a:endParaRPr lang="en-US"/>
          </a:p>
        </p:txBody>
      </p:sp>
      <p:sp>
        <p:nvSpPr>
          <p:cNvPr id="2" name="TextBox 1">
            <a:extLst>
              <a:ext uri="{FF2B5EF4-FFF2-40B4-BE49-F238E27FC236}">
                <a16:creationId xmlns:a16="http://schemas.microsoft.com/office/drawing/2014/main" id="{62CC527B-0CF9-1990-AD09-F9AEB5C23B65}"/>
              </a:ext>
            </a:extLst>
          </p:cNvPr>
          <p:cNvSpPr txBox="1"/>
          <p:nvPr/>
        </p:nvSpPr>
        <p:spPr>
          <a:xfrm>
            <a:off x="504746" y="271790"/>
            <a:ext cx="11049000"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HOW TO DRAW BLOCK DIAGRAM ?</a:t>
            </a:r>
            <a:endParaRPr lang="en-IN" sz="2800" dirty="0">
              <a:latin typeface="Times New Roman" panose="02020603050405020304" pitchFamily="18" charset="0"/>
              <a:cs typeface="Times New Roman" panose="02020603050405020304" pitchFamily="18" charset="0"/>
            </a:endParaRPr>
          </a:p>
        </p:txBody>
      </p:sp>
      <p:grpSp>
        <p:nvGrpSpPr>
          <p:cNvPr id="3265" name="Group 3264">
            <a:extLst>
              <a:ext uri="{FF2B5EF4-FFF2-40B4-BE49-F238E27FC236}">
                <a16:creationId xmlns:a16="http://schemas.microsoft.com/office/drawing/2014/main" id="{E0902BBA-9AD0-6F5D-5FD9-803EAB6A5F2C}"/>
              </a:ext>
            </a:extLst>
          </p:cNvPr>
          <p:cNvGrpSpPr/>
          <p:nvPr/>
        </p:nvGrpSpPr>
        <p:grpSpPr>
          <a:xfrm>
            <a:off x="4136628" y="1600200"/>
            <a:ext cx="8167664" cy="2111237"/>
            <a:chOff x="4166359" y="2079763"/>
            <a:chExt cx="8167664" cy="2111237"/>
          </a:xfrm>
        </p:grpSpPr>
        <p:sp>
          <p:nvSpPr>
            <p:cNvPr id="3238" name="Rectangle 3237">
              <a:extLst>
                <a:ext uri="{FF2B5EF4-FFF2-40B4-BE49-F238E27FC236}">
                  <a16:creationId xmlns:a16="http://schemas.microsoft.com/office/drawing/2014/main" id="{C590BD65-8956-F665-A854-F1F4F3D3469B}"/>
                </a:ext>
              </a:extLst>
            </p:cNvPr>
            <p:cNvSpPr/>
            <p:nvPr/>
          </p:nvSpPr>
          <p:spPr>
            <a:xfrm>
              <a:off x="5166519" y="2476500"/>
              <a:ext cx="16764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39" name="Rectangle 3238">
              <a:extLst>
                <a:ext uri="{FF2B5EF4-FFF2-40B4-BE49-F238E27FC236}">
                  <a16:creationId xmlns:a16="http://schemas.microsoft.com/office/drawing/2014/main" id="{CF1EF070-6537-DAFF-8D97-50E084CF3EFB}"/>
                </a:ext>
              </a:extLst>
            </p:cNvPr>
            <p:cNvSpPr/>
            <p:nvPr/>
          </p:nvSpPr>
          <p:spPr>
            <a:xfrm>
              <a:off x="7423880" y="2476500"/>
              <a:ext cx="16764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40" name="Rectangle 3239">
              <a:extLst>
                <a:ext uri="{FF2B5EF4-FFF2-40B4-BE49-F238E27FC236}">
                  <a16:creationId xmlns:a16="http://schemas.microsoft.com/office/drawing/2014/main" id="{48A45DBE-7DB7-C689-E772-DBC94F504867}"/>
                </a:ext>
              </a:extLst>
            </p:cNvPr>
            <p:cNvSpPr/>
            <p:nvPr/>
          </p:nvSpPr>
          <p:spPr>
            <a:xfrm>
              <a:off x="9615310" y="2476500"/>
              <a:ext cx="16764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43" name="Rectangle 3242">
              <a:extLst>
                <a:ext uri="{FF2B5EF4-FFF2-40B4-BE49-F238E27FC236}">
                  <a16:creationId xmlns:a16="http://schemas.microsoft.com/office/drawing/2014/main" id="{4184F571-25FE-48AE-7FC5-39481D0F1D5B}"/>
                </a:ext>
              </a:extLst>
            </p:cNvPr>
            <p:cNvSpPr/>
            <p:nvPr/>
          </p:nvSpPr>
          <p:spPr>
            <a:xfrm>
              <a:off x="7423880" y="3505200"/>
              <a:ext cx="16764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45" name="Straight Arrow Connector 3244">
              <a:extLst>
                <a:ext uri="{FF2B5EF4-FFF2-40B4-BE49-F238E27FC236}">
                  <a16:creationId xmlns:a16="http://schemas.microsoft.com/office/drawing/2014/main" id="{7BDAA428-8101-1226-A093-3C8EBB20022B}"/>
                </a:ext>
              </a:extLst>
            </p:cNvPr>
            <p:cNvCxnSpPr>
              <a:endCxn id="3238" idx="1"/>
            </p:cNvCxnSpPr>
            <p:nvPr/>
          </p:nvCxnSpPr>
          <p:spPr>
            <a:xfrm>
              <a:off x="4480719" y="2819400"/>
              <a:ext cx="6858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47" name="Straight Arrow Connector 3246">
              <a:extLst>
                <a:ext uri="{FF2B5EF4-FFF2-40B4-BE49-F238E27FC236}">
                  <a16:creationId xmlns:a16="http://schemas.microsoft.com/office/drawing/2014/main" id="{16F63C51-A70F-FD67-DE97-855BF2FF0030}"/>
                </a:ext>
              </a:extLst>
            </p:cNvPr>
            <p:cNvCxnSpPr>
              <a:stCxn id="3238" idx="3"/>
              <a:endCxn id="3239" idx="1"/>
            </p:cNvCxnSpPr>
            <p:nvPr/>
          </p:nvCxnSpPr>
          <p:spPr>
            <a:xfrm>
              <a:off x="6842919" y="2819400"/>
              <a:ext cx="5809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48" name="Straight Arrow Connector 3247">
              <a:extLst>
                <a:ext uri="{FF2B5EF4-FFF2-40B4-BE49-F238E27FC236}">
                  <a16:creationId xmlns:a16="http://schemas.microsoft.com/office/drawing/2014/main" id="{60D5F020-4CE2-C61F-0A14-F87B524052DD}"/>
                </a:ext>
              </a:extLst>
            </p:cNvPr>
            <p:cNvCxnSpPr>
              <a:cxnSpLocks/>
              <a:stCxn id="3239" idx="3"/>
            </p:cNvCxnSpPr>
            <p:nvPr/>
          </p:nvCxnSpPr>
          <p:spPr>
            <a:xfrm>
              <a:off x="9100280" y="2819400"/>
              <a:ext cx="515030" cy="31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50" name="Straight Arrow Connector 3249">
              <a:extLst>
                <a:ext uri="{FF2B5EF4-FFF2-40B4-BE49-F238E27FC236}">
                  <a16:creationId xmlns:a16="http://schemas.microsoft.com/office/drawing/2014/main" id="{D1FB7162-3CD4-483A-09F2-612706487915}"/>
                </a:ext>
              </a:extLst>
            </p:cNvPr>
            <p:cNvCxnSpPr>
              <a:cxnSpLocks/>
            </p:cNvCxnSpPr>
            <p:nvPr/>
          </p:nvCxnSpPr>
          <p:spPr>
            <a:xfrm>
              <a:off x="11291710" y="2819400"/>
              <a:ext cx="515030" cy="313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52" name="Straight Connector 3251">
              <a:extLst>
                <a:ext uri="{FF2B5EF4-FFF2-40B4-BE49-F238E27FC236}">
                  <a16:creationId xmlns:a16="http://schemas.microsoft.com/office/drawing/2014/main" id="{DD0D383A-ADA6-B810-32F4-0D2C9E107EFB}"/>
                </a:ext>
              </a:extLst>
            </p:cNvPr>
            <p:cNvCxnSpPr/>
            <p:nvPr/>
          </p:nvCxnSpPr>
          <p:spPr>
            <a:xfrm>
              <a:off x="11549225" y="2819400"/>
              <a:ext cx="0" cy="10287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4" name="Straight Arrow Connector 3253">
              <a:extLst>
                <a:ext uri="{FF2B5EF4-FFF2-40B4-BE49-F238E27FC236}">
                  <a16:creationId xmlns:a16="http://schemas.microsoft.com/office/drawing/2014/main" id="{0FE4BB27-0980-D6C8-91AD-D917C3586744}"/>
                </a:ext>
              </a:extLst>
            </p:cNvPr>
            <p:cNvCxnSpPr>
              <a:endCxn id="3243" idx="3"/>
            </p:cNvCxnSpPr>
            <p:nvPr/>
          </p:nvCxnSpPr>
          <p:spPr>
            <a:xfrm flipH="1">
              <a:off x="9100280" y="3848100"/>
              <a:ext cx="24489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56" name="Straight Connector 3255">
              <a:extLst>
                <a:ext uri="{FF2B5EF4-FFF2-40B4-BE49-F238E27FC236}">
                  <a16:creationId xmlns:a16="http://schemas.microsoft.com/office/drawing/2014/main" id="{3A00EB68-96B8-5BB9-7FBA-BEC437C86135}"/>
                </a:ext>
              </a:extLst>
            </p:cNvPr>
            <p:cNvCxnSpPr>
              <a:stCxn id="3243" idx="1"/>
            </p:cNvCxnSpPr>
            <p:nvPr/>
          </p:nvCxnSpPr>
          <p:spPr>
            <a:xfrm flipH="1">
              <a:off x="5928519" y="3848100"/>
              <a:ext cx="14953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8" name="Straight Arrow Connector 3257">
              <a:extLst>
                <a:ext uri="{FF2B5EF4-FFF2-40B4-BE49-F238E27FC236}">
                  <a16:creationId xmlns:a16="http://schemas.microsoft.com/office/drawing/2014/main" id="{67B6C034-FA0D-E772-4044-3B29E7B58F43}"/>
                </a:ext>
              </a:extLst>
            </p:cNvPr>
            <p:cNvCxnSpPr/>
            <p:nvPr/>
          </p:nvCxnSpPr>
          <p:spPr>
            <a:xfrm flipV="1">
              <a:off x="5928519" y="3162300"/>
              <a:ext cx="0" cy="6858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59" name="TextBox 3258">
              <a:extLst>
                <a:ext uri="{FF2B5EF4-FFF2-40B4-BE49-F238E27FC236}">
                  <a16:creationId xmlns:a16="http://schemas.microsoft.com/office/drawing/2014/main" id="{2FB21F03-AD17-2588-8EE1-439C9313CE86}"/>
                </a:ext>
              </a:extLst>
            </p:cNvPr>
            <p:cNvSpPr txBox="1"/>
            <p:nvPr/>
          </p:nvSpPr>
          <p:spPr>
            <a:xfrm>
              <a:off x="5395120" y="2619345"/>
              <a:ext cx="143753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Brain</a:t>
              </a:r>
              <a:endParaRPr lang="en-IN" sz="2000" dirty="0">
                <a:latin typeface="Times New Roman" panose="02020603050405020304" pitchFamily="18" charset="0"/>
                <a:cs typeface="Times New Roman" panose="02020603050405020304" pitchFamily="18" charset="0"/>
              </a:endParaRPr>
            </a:p>
          </p:txBody>
        </p:sp>
        <p:sp>
          <p:nvSpPr>
            <p:cNvPr id="3260" name="TextBox 3259">
              <a:extLst>
                <a:ext uri="{FF2B5EF4-FFF2-40B4-BE49-F238E27FC236}">
                  <a16:creationId xmlns:a16="http://schemas.microsoft.com/office/drawing/2014/main" id="{A0DF5CF8-98D5-2269-322B-1C70B6270CB9}"/>
                </a:ext>
              </a:extLst>
            </p:cNvPr>
            <p:cNvSpPr txBox="1"/>
            <p:nvPr/>
          </p:nvSpPr>
          <p:spPr>
            <a:xfrm>
              <a:off x="7669560" y="2454497"/>
              <a:ext cx="1554820"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Muscles and</a:t>
              </a:r>
            </a:p>
            <a:p>
              <a:r>
                <a:rPr lang="en-US" sz="2000" dirty="0">
                  <a:latin typeface="Times New Roman" panose="02020603050405020304" pitchFamily="18" charset="0"/>
                  <a:cs typeface="Times New Roman" panose="02020603050405020304" pitchFamily="18" charset="0"/>
                </a:rPr>
                <a:t>valve</a:t>
              </a:r>
              <a:endParaRPr lang="en-IN" sz="2000" dirty="0">
                <a:latin typeface="Times New Roman" panose="02020603050405020304" pitchFamily="18" charset="0"/>
                <a:cs typeface="Times New Roman" panose="02020603050405020304" pitchFamily="18" charset="0"/>
              </a:endParaRPr>
            </a:p>
          </p:txBody>
        </p:sp>
        <p:sp>
          <p:nvSpPr>
            <p:cNvPr id="3261" name="TextBox 3260">
              <a:extLst>
                <a:ext uri="{FF2B5EF4-FFF2-40B4-BE49-F238E27FC236}">
                  <a16:creationId xmlns:a16="http://schemas.microsoft.com/office/drawing/2014/main" id="{E4BF550F-F953-D20D-2BC0-A6E580B83878}"/>
                </a:ext>
              </a:extLst>
            </p:cNvPr>
            <p:cNvSpPr txBox="1"/>
            <p:nvPr/>
          </p:nvSpPr>
          <p:spPr>
            <a:xfrm>
              <a:off x="9738519" y="2619345"/>
              <a:ext cx="140079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Water Tank</a:t>
              </a:r>
              <a:endParaRPr lang="en-IN" sz="2000" dirty="0">
                <a:latin typeface="Times New Roman" panose="02020603050405020304" pitchFamily="18" charset="0"/>
                <a:cs typeface="Times New Roman" panose="02020603050405020304" pitchFamily="18" charset="0"/>
              </a:endParaRPr>
            </a:p>
          </p:txBody>
        </p:sp>
        <p:sp>
          <p:nvSpPr>
            <p:cNvPr id="3262" name="TextBox 3261">
              <a:extLst>
                <a:ext uri="{FF2B5EF4-FFF2-40B4-BE49-F238E27FC236}">
                  <a16:creationId xmlns:a16="http://schemas.microsoft.com/office/drawing/2014/main" id="{0F47B220-B9E0-06C1-F894-0D5C45F1F340}"/>
                </a:ext>
              </a:extLst>
            </p:cNvPr>
            <p:cNvSpPr txBox="1"/>
            <p:nvPr/>
          </p:nvSpPr>
          <p:spPr>
            <a:xfrm>
              <a:off x="7838323" y="3661377"/>
              <a:ext cx="9906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Eyes</a:t>
              </a:r>
              <a:endParaRPr lang="en-IN" sz="2000" dirty="0">
                <a:latin typeface="Times New Roman" panose="02020603050405020304" pitchFamily="18" charset="0"/>
                <a:cs typeface="Times New Roman" panose="02020603050405020304" pitchFamily="18" charset="0"/>
              </a:endParaRPr>
            </a:p>
          </p:txBody>
        </p:sp>
        <p:sp>
          <p:nvSpPr>
            <p:cNvPr id="3263" name="TextBox 3262">
              <a:extLst>
                <a:ext uri="{FF2B5EF4-FFF2-40B4-BE49-F238E27FC236}">
                  <a16:creationId xmlns:a16="http://schemas.microsoft.com/office/drawing/2014/main" id="{0CB503FC-7CBE-9E9F-3494-C7ACC5A13C7C}"/>
                </a:ext>
              </a:extLst>
            </p:cNvPr>
            <p:cNvSpPr txBox="1"/>
            <p:nvPr/>
          </p:nvSpPr>
          <p:spPr>
            <a:xfrm>
              <a:off x="11256402" y="2111513"/>
              <a:ext cx="1077621"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Actual</a:t>
              </a:r>
            </a:p>
            <a:p>
              <a:r>
                <a:rPr lang="en-US" sz="2000" dirty="0">
                  <a:latin typeface="Times New Roman" panose="02020603050405020304" pitchFamily="18" charset="0"/>
                  <a:cs typeface="Times New Roman" panose="02020603050405020304" pitchFamily="18" charset="0"/>
                </a:rPr>
                <a:t>Level</a:t>
              </a:r>
              <a:endParaRPr lang="en-IN" sz="2000" dirty="0">
                <a:latin typeface="Times New Roman" panose="02020603050405020304" pitchFamily="18" charset="0"/>
                <a:cs typeface="Times New Roman" panose="02020603050405020304" pitchFamily="18" charset="0"/>
              </a:endParaRPr>
            </a:p>
          </p:txBody>
        </p:sp>
        <p:sp>
          <p:nvSpPr>
            <p:cNvPr id="3264" name="TextBox 3263">
              <a:extLst>
                <a:ext uri="{FF2B5EF4-FFF2-40B4-BE49-F238E27FC236}">
                  <a16:creationId xmlns:a16="http://schemas.microsoft.com/office/drawing/2014/main" id="{B5572FF0-C814-A90D-24CE-7B1A06F27860}"/>
                </a:ext>
              </a:extLst>
            </p:cNvPr>
            <p:cNvSpPr txBox="1"/>
            <p:nvPr/>
          </p:nvSpPr>
          <p:spPr>
            <a:xfrm>
              <a:off x="4166359" y="2079763"/>
              <a:ext cx="1077621"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Desired</a:t>
              </a:r>
            </a:p>
            <a:p>
              <a:r>
                <a:rPr lang="en-US" sz="2000" dirty="0">
                  <a:latin typeface="Times New Roman" panose="02020603050405020304" pitchFamily="18" charset="0"/>
                  <a:cs typeface="Times New Roman" panose="02020603050405020304" pitchFamily="18" charset="0"/>
                </a:rPr>
                <a:t>Level</a:t>
              </a:r>
              <a:endParaRPr lang="en-IN" sz="2000" dirty="0">
                <a:latin typeface="Times New Roman" panose="02020603050405020304" pitchFamily="18" charset="0"/>
                <a:cs typeface="Times New Roman" panose="02020603050405020304" pitchFamily="18" charset="0"/>
              </a:endParaRPr>
            </a:p>
          </p:txBody>
        </p:sp>
      </p:grpSp>
      <p:grpSp>
        <p:nvGrpSpPr>
          <p:cNvPr id="3267" name="Group 3266">
            <a:extLst>
              <a:ext uri="{FF2B5EF4-FFF2-40B4-BE49-F238E27FC236}">
                <a16:creationId xmlns:a16="http://schemas.microsoft.com/office/drawing/2014/main" id="{CD5CE1F2-F296-AEF8-654D-A3B8388BF16A}"/>
              </a:ext>
            </a:extLst>
          </p:cNvPr>
          <p:cNvGrpSpPr/>
          <p:nvPr/>
        </p:nvGrpSpPr>
        <p:grpSpPr>
          <a:xfrm>
            <a:off x="215407" y="1256186"/>
            <a:ext cx="5782472" cy="4458814"/>
            <a:chOff x="215407" y="1256186"/>
            <a:chExt cx="5782472" cy="4458814"/>
          </a:xfrm>
        </p:grpSpPr>
        <p:grpSp>
          <p:nvGrpSpPr>
            <p:cNvPr id="3237" name="Group 3236">
              <a:extLst>
                <a:ext uri="{FF2B5EF4-FFF2-40B4-BE49-F238E27FC236}">
                  <a16:creationId xmlns:a16="http://schemas.microsoft.com/office/drawing/2014/main" id="{EF627A13-BEE5-6F28-4B10-63F8E6869C9C}"/>
                </a:ext>
              </a:extLst>
            </p:cNvPr>
            <p:cNvGrpSpPr/>
            <p:nvPr/>
          </p:nvGrpSpPr>
          <p:grpSpPr>
            <a:xfrm>
              <a:off x="215407" y="1256186"/>
              <a:ext cx="5782472" cy="3964627"/>
              <a:chOff x="227184" y="1256186"/>
              <a:chExt cx="5782472" cy="3964627"/>
            </a:xfrm>
          </p:grpSpPr>
          <p:cxnSp>
            <p:nvCxnSpPr>
              <p:cNvPr id="7" name="Straight Connector 6">
                <a:extLst>
                  <a:ext uri="{FF2B5EF4-FFF2-40B4-BE49-F238E27FC236}">
                    <a16:creationId xmlns:a16="http://schemas.microsoft.com/office/drawing/2014/main" id="{59BCE029-B291-2E9A-1AAB-F6B2F0414E40}"/>
                  </a:ext>
                </a:extLst>
              </p:cNvPr>
              <p:cNvCxnSpPr/>
              <p:nvPr/>
            </p:nvCxnSpPr>
            <p:spPr>
              <a:xfrm>
                <a:off x="1762005" y="3084986"/>
                <a:ext cx="0" cy="2057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CBD6B34-5230-6F60-74D5-05144816B06C}"/>
                  </a:ext>
                </a:extLst>
              </p:cNvPr>
              <p:cNvCxnSpPr/>
              <p:nvPr/>
            </p:nvCxnSpPr>
            <p:spPr>
              <a:xfrm>
                <a:off x="1762005" y="5142386"/>
                <a:ext cx="2057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3C68D0-C49A-C49D-3520-6327295CB3C6}"/>
                  </a:ext>
                </a:extLst>
              </p:cNvPr>
              <p:cNvCxnSpPr/>
              <p:nvPr/>
            </p:nvCxnSpPr>
            <p:spPr>
              <a:xfrm flipV="1">
                <a:off x="3819405" y="48375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402C971-ADD6-8FDA-56D4-02A649C738A6}"/>
                  </a:ext>
                </a:extLst>
              </p:cNvPr>
              <p:cNvCxnSpPr/>
              <p:nvPr/>
            </p:nvCxnSpPr>
            <p:spPr>
              <a:xfrm>
                <a:off x="3814353" y="4842638"/>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DBB623D-0F5E-4DA4-593B-62E9A1ECD2F3}"/>
                  </a:ext>
                </a:extLst>
              </p:cNvPr>
              <p:cNvCxnSpPr/>
              <p:nvPr/>
            </p:nvCxnSpPr>
            <p:spPr>
              <a:xfrm>
                <a:off x="3819405" y="4685186"/>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230B13F-9A9C-66FA-1989-2CF88A109C5F}"/>
                  </a:ext>
                </a:extLst>
              </p:cNvPr>
              <p:cNvCxnSpPr>
                <a:cxnSpLocks/>
              </p:cNvCxnSpPr>
              <p:nvPr/>
            </p:nvCxnSpPr>
            <p:spPr>
              <a:xfrm>
                <a:off x="3832531" y="3084986"/>
                <a:ext cx="0" cy="1600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2044837-B14D-87FC-C3E5-C9144AF72BDB}"/>
                  </a:ext>
                </a:extLst>
              </p:cNvPr>
              <p:cNvCxnSpPr/>
              <p:nvPr/>
            </p:nvCxnSpPr>
            <p:spPr>
              <a:xfrm>
                <a:off x="4347753" y="46089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9A8B569-D7ED-2ED6-78C8-7CB3F4C51BF1}"/>
                  </a:ext>
                </a:extLst>
              </p:cNvPr>
              <p:cNvCxnSpPr/>
              <p:nvPr/>
            </p:nvCxnSpPr>
            <p:spPr>
              <a:xfrm>
                <a:off x="4728753" y="46089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D2F5DD5-85D0-B86A-C499-D047D21E7C5B}"/>
                  </a:ext>
                </a:extLst>
              </p:cNvPr>
              <p:cNvCxnSpPr/>
              <p:nvPr/>
            </p:nvCxnSpPr>
            <p:spPr>
              <a:xfrm>
                <a:off x="4347753" y="4608986"/>
                <a:ext cx="386052"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EC1E8EA-DDAA-4A6F-FF3C-44761D4676AE}"/>
                  </a:ext>
                </a:extLst>
              </p:cNvPr>
              <p:cNvCxnSpPr/>
              <p:nvPr/>
            </p:nvCxnSpPr>
            <p:spPr>
              <a:xfrm flipV="1">
                <a:off x="4347753" y="4608986"/>
                <a:ext cx="386052"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CE069E-FDF3-3D82-17BD-4608279553EE}"/>
                  </a:ext>
                </a:extLst>
              </p:cNvPr>
              <p:cNvCxnSpPr/>
              <p:nvPr/>
            </p:nvCxnSpPr>
            <p:spPr>
              <a:xfrm flipV="1">
                <a:off x="4540779" y="44565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2C664CD-C2C6-99AF-1A7F-9B3E846545A0}"/>
                  </a:ext>
                </a:extLst>
              </p:cNvPr>
              <p:cNvCxnSpPr/>
              <p:nvPr/>
            </p:nvCxnSpPr>
            <p:spPr>
              <a:xfrm>
                <a:off x="4429005" y="4456586"/>
                <a:ext cx="2079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4BEB4A5-4D32-0094-66ED-2CBD10FC0A48}"/>
                  </a:ext>
                </a:extLst>
              </p:cNvPr>
              <p:cNvCxnSpPr/>
              <p:nvPr/>
            </p:nvCxnSpPr>
            <p:spPr>
              <a:xfrm>
                <a:off x="4728753" y="4846102"/>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8DEFE88-AA8F-4516-7611-20841B405C4F}"/>
                  </a:ext>
                </a:extLst>
              </p:cNvPr>
              <p:cNvCxnSpPr/>
              <p:nvPr/>
            </p:nvCxnSpPr>
            <p:spPr>
              <a:xfrm>
                <a:off x="4733805" y="4688650"/>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8F68BCA-0757-9A8B-BAEA-6CE818B2324A}"/>
                  </a:ext>
                </a:extLst>
              </p:cNvPr>
              <p:cNvCxnSpPr/>
              <p:nvPr/>
            </p:nvCxnSpPr>
            <p:spPr>
              <a:xfrm>
                <a:off x="542816" y="2899538"/>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26025F3-ED00-A2B3-0BDB-A7BA0BDFCAF3}"/>
                  </a:ext>
                </a:extLst>
              </p:cNvPr>
              <p:cNvCxnSpPr/>
              <p:nvPr/>
            </p:nvCxnSpPr>
            <p:spPr>
              <a:xfrm>
                <a:off x="547868" y="2742086"/>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36" name="Group 3235">
                <a:extLst>
                  <a:ext uri="{FF2B5EF4-FFF2-40B4-BE49-F238E27FC236}">
                    <a16:creationId xmlns:a16="http://schemas.microsoft.com/office/drawing/2014/main" id="{5EE6FC7D-4247-334F-E4A2-4B39C2DAF3BA}"/>
                  </a:ext>
                </a:extLst>
              </p:cNvPr>
              <p:cNvGrpSpPr/>
              <p:nvPr/>
            </p:nvGrpSpPr>
            <p:grpSpPr>
              <a:xfrm>
                <a:off x="1076216" y="2665886"/>
                <a:ext cx="386052" cy="304800"/>
                <a:chOff x="1076216" y="2665886"/>
                <a:chExt cx="386052" cy="304800"/>
              </a:xfrm>
            </p:grpSpPr>
            <p:cxnSp>
              <p:nvCxnSpPr>
                <p:cNvPr id="34" name="Straight Connector 33">
                  <a:extLst>
                    <a:ext uri="{FF2B5EF4-FFF2-40B4-BE49-F238E27FC236}">
                      <a16:creationId xmlns:a16="http://schemas.microsoft.com/office/drawing/2014/main" id="{9FB26E58-A4DA-F4E6-11FF-C81F112AC2ED}"/>
                    </a:ext>
                  </a:extLst>
                </p:cNvPr>
                <p:cNvCxnSpPr/>
                <p:nvPr/>
              </p:nvCxnSpPr>
              <p:spPr>
                <a:xfrm>
                  <a:off x="1076216" y="26658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912D3F5-178E-8D49-C94F-53E2E632D2E7}"/>
                    </a:ext>
                  </a:extLst>
                </p:cNvPr>
                <p:cNvCxnSpPr/>
                <p:nvPr/>
              </p:nvCxnSpPr>
              <p:spPr>
                <a:xfrm>
                  <a:off x="1457216" y="2665886"/>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7AFDB61-9C48-07C6-72F2-8EABA8354678}"/>
                    </a:ext>
                  </a:extLst>
                </p:cNvPr>
                <p:cNvCxnSpPr/>
                <p:nvPr/>
              </p:nvCxnSpPr>
              <p:spPr>
                <a:xfrm>
                  <a:off x="1076216" y="2665886"/>
                  <a:ext cx="386052"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CE72747-5663-E273-6F25-24D3AA782D8A}"/>
                    </a:ext>
                  </a:extLst>
                </p:cNvPr>
                <p:cNvCxnSpPr/>
                <p:nvPr/>
              </p:nvCxnSpPr>
              <p:spPr>
                <a:xfrm flipV="1">
                  <a:off x="1076216" y="2665886"/>
                  <a:ext cx="386052"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072A36E9-25AF-CCEA-2F38-19E53D4D8A9C}"/>
                  </a:ext>
                </a:extLst>
              </p:cNvPr>
              <p:cNvCxnSpPr/>
              <p:nvPr/>
            </p:nvCxnSpPr>
            <p:spPr>
              <a:xfrm>
                <a:off x="1457216" y="2903002"/>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8A8B0C2-8010-CCA2-5BF7-4A69684A16AC}"/>
                  </a:ext>
                </a:extLst>
              </p:cNvPr>
              <p:cNvCxnSpPr/>
              <p:nvPr/>
            </p:nvCxnSpPr>
            <p:spPr>
              <a:xfrm>
                <a:off x="1462268" y="2745550"/>
                <a:ext cx="533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Arc 40">
                <a:extLst>
                  <a:ext uri="{FF2B5EF4-FFF2-40B4-BE49-F238E27FC236}">
                    <a16:creationId xmlns:a16="http://schemas.microsoft.com/office/drawing/2014/main" id="{5F3CFBE9-73BF-B7FE-8E54-54DD9F98A6FB}"/>
                  </a:ext>
                </a:extLst>
              </p:cNvPr>
              <p:cNvSpPr/>
              <p:nvPr/>
            </p:nvSpPr>
            <p:spPr>
              <a:xfrm>
                <a:off x="1797590" y="2903002"/>
                <a:ext cx="381000" cy="342900"/>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2" name="Arc 41">
                <a:extLst>
                  <a:ext uri="{FF2B5EF4-FFF2-40B4-BE49-F238E27FC236}">
                    <a16:creationId xmlns:a16="http://schemas.microsoft.com/office/drawing/2014/main" id="{B137BD85-EE60-0629-2BBE-78E3058C5D1C}"/>
                  </a:ext>
                </a:extLst>
              </p:cNvPr>
              <p:cNvSpPr/>
              <p:nvPr/>
            </p:nvSpPr>
            <p:spPr>
              <a:xfrm>
                <a:off x="1604213" y="2747534"/>
                <a:ext cx="767754" cy="571499"/>
              </a:xfrm>
              <a:prstGeom prst="arc">
                <a:avLst>
                  <a:gd name="adj1" fmla="val 16200000"/>
                  <a:gd name="adj2" fmla="val 27014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43" name="Straight Connector 42">
                <a:extLst>
                  <a:ext uri="{FF2B5EF4-FFF2-40B4-BE49-F238E27FC236}">
                    <a16:creationId xmlns:a16="http://schemas.microsoft.com/office/drawing/2014/main" id="{74292633-FC00-8EE9-94BB-24F52B5A00F7}"/>
                  </a:ext>
                </a:extLst>
              </p:cNvPr>
              <p:cNvCxnSpPr/>
              <p:nvPr/>
            </p:nvCxnSpPr>
            <p:spPr>
              <a:xfrm flipV="1">
                <a:off x="1269242" y="2520413"/>
                <a:ext cx="0" cy="304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Freeform: Shape 54">
                <a:extLst>
                  <a:ext uri="{FF2B5EF4-FFF2-40B4-BE49-F238E27FC236}">
                    <a16:creationId xmlns:a16="http://schemas.microsoft.com/office/drawing/2014/main" id="{D74A632C-72A7-67BD-7EFA-DE2575C3FD82}"/>
                  </a:ext>
                </a:extLst>
              </p:cNvPr>
              <p:cNvSpPr/>
              <p:nvPr/>
            </p:nvSpPr>
            <p:spPr>
              <a:xfrm>
                <a:off x="1775157" y="3315511"/>
                <a:ext cx="431514" cy="82194"/>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reeform: Shape 55">
                <a:extLst>
                  <a:ext uri="{FF2B5EF4-FFF2-40B4-BE49-F238E27FC236}">
                    <a16:creationId xmlns:a16="http://schemas.microsoft.com/office/drawing/2014/main" id="{ABC9DDDD-D53F-5552-8C8B-7FF535C2D5CA}"/>
                  </a:ext>
                </a:extLst>
              </p:cNvPr>
              <p:cNvSpPr/>
              <p:nvPr/>
            </p:nvSpPr>
            <p:spPr>
              <a:xfrm>
                <a:off x="2196396" y="3315511"/>
                <a:ext cx="431514" cy="82194"/>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Freeform: Shape 56">
                <a:extLst>
                  <a:ext uri="{FF2B5EF4-FFF2-40B4-BE49-F238E27FC236}">
                    <a16:creationId xmlns:a16="http://schemas.microsoft.com/office/drawing/2014/main" id="{6C96A8FB-F989-7B0B-0C68-9EC8743FD29F}"/>
                  </a:ext>
                </a:extLst>
              </p:cNvPr>
              <p:cNvSpPr/>
              <p:nvPr/>
            </p:nvSpPr>
            <p:spPr>
              <a:xfrm>
                <a:off x="2627931" y="3331715"/>
                <a:ext cx="431514" cy="82194"/>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Freeform: Shape 57">
                <a:extLst>
                  <a:ext uri="{FF2B5EF4-FFF2-40B4-BE49-F238E27FC236}">
                    <a16:creationId xmlns:a16="http://schemas.microsoft.com/office/drawing/2014/main" id="{C5B77090-DCA5-F7DD-59EC-2B05C86A7DE3}"/>
                  </a:ext>
                </a:extLst>
              </p:cNvPr>
              <p:cNvSpPr/>
              <p:nvPr/>
            </p:nvSpPr>
            <p:spPr>
              <a:xfrm>
                <a:off x="3059445" y="3350614"/>
                <a:ext cx="431514" cy="82194"/>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Freeform: Shape 58">
                <a:extLst>
                  <a:ext uri="{FF2B5EF4-FFF2-40B4-BE49-F238E27FC236}">
                    <a16:creationId xmlns:a16="http://schemas.microsoft.com/office/drawing/2014/main" id="{9FD312DD-06BD-7C1D-6D35-FA972DE3B00B}"/>
                  </a:ext>
                </a:extLst>
              </p:cNvPr>
              <p:cNvSpPr/>
              <p:nvPr/>
            </p:nvSpPr>
            <p:spPr>
              <a:xfrm>
                <a:off x="3494440" y="3336584"/>
                <a:ext cx="363275" cy="70996"/>
              </a:xfrm>
              <a:custGeom>
                <a:avLst/>
                <a:gdLst>
                  <a:gd name="csX0" fmla="*/ 0 w 431514"/>
                  <a:gd name="csY0" fmla="*/ 0 h 82194"/>
                  <a:gd name="csX1" fmla="*/ 30822 w 431514"/>
                  <a:gd name="csY1" fmla="*/ 51371 h 82194"/>
                  <a:gd name="csX2" fmla="*/ 102741 w 431514"/>
                  <a:gd name="csY2" fmla="*/ 82194 h 82194"/>
                  <a:gd name="csX3" fmla="*/ 328773 w 431514"/>
                  <a:gd name="csY3" fmla="*/ 71920 h 82194"/>
                  <a:gd name="csX4" fmla="*/ 359595 w 431514"/>
                  <a:gd name="csY4" fmla="*/ 51371 h 82194"/>
                  <a:gd name="csX5" fmla="*/ 390418 w 431514"/>
                  <a:gd name="csY5" fmla="*/ 41097 h 82194"/>
                  <a:gd name="csX6" fmla="*/ 431514 w 431514"/>
                  <a:gd name="csY6" fmla="*/ 0 h 821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1514" h="82194">
                    <a:moveTo>
                      <a:pt x="0" y="0"/>
                    </a:moveTo>
                    <a:cubicBezTo>
                      <a:pt x="10274" y="17124"/>
                      <a:pt x="16702" y="37250"/>
                      <a:pt x="30822" y="51371"/>
                    </a:cubicBezTo>
                    <a:cubicBezTo>
                      <a:pt x="43519" y="64068"/>
                      <a:pt x="84320" y="76054"/>
                      <a:pt x="102741" y="82194"/>
                    </a:cubicBezTo>
                    <a:cubicBezTo>
                      <a:pt x="178085" y="78769"/>
                      <a:pt x="253888" y="80906"/>
                      <a:pt x="328773" y="71920"/>
                    </a:cubicBezTo>
                    <a:cubicBezTo>
                      <a:pt x="341033" y="70449"/>
                      <a:pt x="348551" y="56893"/>
                      <a:pt x="359595" y="51371"/>
                    </a:cubicBezTo>
                    <a:cubicBezTo>
                      <a:pt x="369282" y="46528"/>
                      <a:pt x="380144" y="44522"/>
                      <a:pt x="390418" y="41097"/>
                    </a:cubicBezTo>
                    <a:lnTo>
                      <a:pt x="431514" y="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7685BC1F-B45D-68DA-749D-89DEED6CE1F0}"/>
                  </a:ext>
                </a:extLst>
              </p:cNvPr>
              <p:cNvSpPr/>
              <p:nvPr/>
            </p:nvSpPr>
            <p:spPr>
              <a:xfrm>
                <a:off x="2991813" y="3063517"/>
                <a:ext cx="501663" cy="501663"/>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Straight Connector 61">
                <a:extLst>
                  <a:ext uri="{FF2B5EF4-FFF2-40B4-BE49-F238E27FC236}">
                    <a16:creationId xmlns:a16="http://schemas.microsoft.com/office/drawing/2014/main" id="{BD9786FA-5D64-1AE2-A85A-719EB3D2561A}"/>
                  </a:ext>
                </a:extLst>
              </p:cNvPr>
              <p:cNvCxnSpPr/>
              <p:nvPr/>
            </p:nvCxnSpPr>
            <p:spPr>
              <a:xfrm>
                <a:off x="1775157" y="3436233"/>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DBFC98A-1011-9202-673C-184BFD4E26DF}"/>
                  </a:ext>
                </a:extLst>
              </p:cNvPr>
              <p:cNvCxnSpPr/>
              <p:nvPr/>
            </p:nvCxnSpPr>
            <p:spPr>
              <a:xfrm>
                <a:off x="1990605" y="3455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2" name="Straight Connector 3071">
                <a:extLst>
                  <a:ext uri="{FF2B5EF4-FFF2-40B4-BE49-F238E27FC236}">
                    <a16:creationId xmlns:a16="http://schemas.microsoft.com/office/drawing/2014/main" id="{3B07FC92-05BF-DD7E-53FE-AB3902656138}"/>
                  </a:ext>
                </a:extLst>
              </p:cNvPr>
              <p:cNvCxnSpPr/>
              <p:nvPr/>
            </p:nvCxnSpPr>
            <p:spPr>
              <a:xfrm>
                <a:off x="2143005" y="3608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3" name="Straight Connector 3072">
                <a:extLst>
                  <a:ext uri="{FF2B5EF4-FFF2-40B4-BE49-F238E27FC236}">
                    <a16:creationId xmlns:a16="http://schemas.microsoft.com/office/drawing/2014/main" id="{1A2F3321-4D88-408E-E817-4A9EE45E438F}"/>
                  </a:ext>
                </a:extLst>
              </p:cNvPr>
              <p:cNvCxnSpPr/>
              <p:nvPr/>
            </p:nvCxnSpPr>
            <p:spPr>
              <a:xfrm>
                <a:off x="2241615" y="3760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5" name="Straight Connector 3074">
                <a:extLst>
                  <a:ext uri="{FF2B5EF4-FFF2-40B4-BE49-F238E27FC236}">
                    <a16:creationId xmlns:a16="http://schemas.microsoft.com/office/drawing/2014/main" id="{E9982EFA-6994-B6B9-5782-D00B53AC1D47}"/>
                  </a:ext>
                </a:extLst>
              </p:cNvPr>
              <p:cNvCxnSpPr/>
              <p:nvPr/>
            </p:nvCxnSpPr>
            <p:spPr>
              <a:xfrm>
                <a:off x="2447805" y="3912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6" name="Straight Connector 3075">
                <a:extLst>
                  <a:ext uri="{FF2B5EF4-FFF2-40B4-BE49-F238E27FC236}">
                    <a16:creationId xmlns:a16="http://schemas.microsoft.com/office/drawing/2014/main" id="{67D5F434-5304-6CA1-01BC-1A299D42529A}"/>
                  </a:ext>
                </a:extLst>
              </p:cNvPr>
              <p:cNvCxnSpPr/>
              <p:nvPr/>
            </p:nvCxnSpPr>
            <p:spPr>
              <a:xfrm>
                <a:off x="2600205" y="40653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7" name="Straight Connector 3076">
                <a:extLst>
                  <a:ext uri="{FF2B5EF4-FFF2-40B4-BE49-F238E27FC236}">
                    <a16:creationId xmlns:a16="http://schemas.microsoft.com/office/drawing/2014/main" id="{132C08E1-D338-03CE-1E34-457B7410E72B}"/>
                  </a:ext>
                </a:extLst>
              </p:cNvPr>
              <p:cNvCxnSpPr/>
              <p:nvPr/>
            </p:nvCxnSpPr>
            <p:spPr>
              <a:xfrm>
                <a:off x="2752605" y="4217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8" name="Straight Connector 3077">
                <a:extLst>
                  <a:ext uri="{FF2B5EF4-FFF2-40B4-BE49-F238E27FC236}">
                    <a16:creationId xmlns:a16="http://schemas.microsoft.com/office/drawing/2014/main" id="{2D05EF65-D60E-CF51-9D79-18685C021022}"/>
                  </a:ext>
                </a:extLst>
              </p:cNvPr>
              <p:cNvCxnSpPr/>
              <p:nvPr/>
            </p:nvCxnSpPr>
            <p:spPr>
              <a:xfrm>
                <a:off x="2905005" y="4370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9" name="Straight Connector 3078">
                <a:extLst>
                  <a:ext uri="{FF2B5EF4-FFF2-40B4-BE49-F238E27FC236}">
                    <a16:creationId xmlns:a16="http://schemas.microsoft.com/office/drawing/2014/main" id="{AD037ABE-30B0-10E7-BFF3-C416FC927487}"/>
                  </a:ext>
                </a:extLst>
              </p:cNvPr>
              <p:cNvCxnSpPr/>
              <p:nvPr/>
            </p:nvCxnSpPr>
            <p:spPr>
              <a:xfrm>
                <a:off x="3057405" y="4522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0" name="Straight Connector 3079">
                <a:extLst>
                  <a:ext uri="{FF2B5EF4-FFF2-40B4-BE49-F238E27FC236}">
                    <a16:creationId xmlns:a16="http://schemas.microsoft.com/office/drawing/2014/main" id="{2F0B4BBB-1651-054D-D4CE-6E52B1D26910}"/>
                  </a:ext>
                </a:extLst>
              </p:cNvPr>
              <p:cNvCxnSpPr/>
              <p:nvPr/>
            </p:nvCxnSpPr>
            <p:spPr>
              <a:xfrm>
                <a:off x="3209805" y="4674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1" name="Straight Connector 3080">
                <a:extLst>
                  <a:ext uri="{FF2B5EF4-FFF2-40B4-BE49-F238E27FC236}">
                    <a16:creationId xmlns:a16="http://schemas.microsoft.com/office/drawing/2014/main" id="{22AA3459-42B9-53AF-7004-1DDA5C027E9C}"/>
                  </a:ext>
                </a:extLst>
              </p:cNvPr>
              <p:cNvCxnSpPr/>
              <p:nvPr/>
            </p:nvCxnSpPr>
            <p:spPr>
              <a:xfrm>
                <a:off x="3362205" y="48273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2" name="Straight Connector 3081">
                <a:extLst>
                  <a:ext uri="{FF2B5EF4-FFF2-40B4-BE49-F238E27FC236}">
                    <a16:creationId xmlns:a16="http://schemas.microsoft.com/office/drawing/2014/main" id="{051C1A61-D570-4474-0BA5-F20E68F18A47}"/>
                  </a:ext>
                </a:extLst>
              </p:cNvPr>
              <p:cNvCxnSpPr/>
              <p:nvPr/>
            </p:nvCxnSpPr>
            <p:spPr>
              <a:xfrm>
                <a:off x="3434080" y="494791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3" name="Straight Connector 3082">
                <a:extLst>
                  <a:ext uri="{FF2B5EF4-FFF2-40B4-BE49-F238E27FC236}">
                    <a16:creationId xmlns:a16="http://schemas.microsoft.com/office/drawing/2014/main" id="{9329B0E6-6589-161C-30A2-CCAF899ED937}"/>
                  </a:ext>
                </a:extLst>
              </p:cNvPr>
              <p:cNvCxnSpPr/>
              <p:nvPr/>
            </p:nvCxnSpPr>
            <p:spPr>
              <a:xfrm>
                <a:off x="3615635" y="5070468"/>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4" name="Straight Connector 3083">
                <a:extLst>
                  <a:ext uri="{FF2B5EF4-FFF2-40B4-BE49-F238E27FC236}">
                    <a16:creationId xmlns:a16="http://schemas.microsoft.com/office/drawing/2014/main" id="{BA7288F7-0300-FD6C-F819-B22A0ECFC926}"/>
                  </a:ext>
                </a:extLst>
              </p:cNvPr>
              <p:cNvCxnSpPr/>
              <p:nvPr/>
            </p:nvCxnSpPr>
            <p:spPr>
              <a:xfrm>
                <a:off x="1797590" y="3565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5" name="Straight Connector 3084">
                <a:extLst>
                  <a:ext uri="{FF2B5EF4-FFF2-40B4-BE49-F238E27FC236}">
                    <a16:creationId xmlns:a16="http://schemas.microsoft.com/office/drawing/2014/main" id="{D3541710-BE92-1A28-34A3-AD882DB004CB}"/>
                  </a:ext>
                </a:extLst>
              </p:cNvPr>
              <p:cNvCxnSpPr/>
              <p:nvPr/>
            </p:nvCxnSpPr>
            <p:spPr>
              <a:xfrm>
                <a:off x="1949990" y="37175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6" name="Straight Connector 3085">
                <a:extLst>
                  <a:ext uri="{FF2B5EF4-FFF2-40B4-BE49-F238E27FC236}">
                    <a16:creationId xmlns:a16="http://schemas.microsoft.com/office/drawing/2014/main" id="{260D7E71-586F-6522-1CF5-DB489F0CA56A}"/>
                  </a:ext>
                </a:extLst>
              </p:cNvPr>
              <p:cNvCxnSpPr/>
              <p:nvPr/>
            </p:nvCxnSpPr>
            <p:spPr>
              <a:xfrm>
                <a:off x="2102390" y="38699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7" name="Straight Connector 3086">
                <a:extLst>
                  <a:ext uri="{FF2B5EF4-FFF2-40B4-BE49-F238E27FC236}">
                    <a16:creationId xmlns:a16="http://schemas.microsoft.com/office/drawing/2014/main" id="{2183C9A0-B5EB-A853-DC51-3A8784E69617}"/>
                  </a:ext>
                </a:extLst>
              </p:cNvPr>
              <p:cNvCxnSpPr/>
              <p:nvPr/>
            </p:nvCxnSpPr>
            <p:spPr>
              <a:xfrm>
                <a:off x="2254790" y="40223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8" name="Straight Connector 3087">
                <a:extLst>
                  <a:ext uri="{FF2B5EF4-FFF2-40B4-BE49-F238E27FC236}">
                    <a16:creationId xmlns:a16="http://schemas.microsoft.com/office/drawing/2014/main" id="{F20E483F-5D71-4ECB-7BAE-90EED439C2A9}"/>
                  </a:ext>
                </a:extLst>
              </p:cNvPr>
              <p:cNvCxnSpPr/>
              <p:nvPr/>
            </p:nvCxnSpPr>
            <p:spPr>
              <a:xfrm>
                <a:off x="2489382" y="41747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9" name="Straight Connector 3088">
                <a:extLst>
                  <a:ext uri="{FF2B5EF4-FFF2-40B4-BE49-F238E27FC236}">
                    <a16:creationId xmlns:a16="http://schemas.microsoft.com/office/drawing/2014/main" id="{A549A7AA-45C5-1F03-F4E9-E7A44F89324C}"/>
                  </a:ext>
                </a:extLst>
              </p:cNvPr>
              <p:cNvCxnSpPr/>
              <p:nvPr/>
            </p:nvCxnSpPr>
            <p:spPr>
              <a:xfrm>
                <a:off x="2559590" y="4327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0" name="Straight Connector 3089">
                <a:extLst>
                  <a:ext uri="{FF2B5EF4-FFF2-40B4-BE49-F238E27FC236}">
                    <a16:creationId xmlns:a16="http://schemas.microsoft.com/office/drawing/2014/main" id="{6D91883D-6448-C0AA-94C3-3FA5F6F81D78}"/>
                  </a:ext>
                </a:extLst>
              </p:cNvPr>
              <p:cNvCxnSpPr/>
              <p:nvPr/>
            </p:nvCxnSpPr>
            <p:spPr>
              <a:xfrm>
                <a:off x="2711990" y="44795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1" name="Straight Connector 3090">
                <a:extLst>
                  <a:ext uri="{FF2B5EF4-FFF2-40B4-BE49-F238E27FC236}">
                    <a16:creationId xmlns:a16="http://schemas.microsoft.com/office/drawing/2014/main" id="{9B3745B2-C79E-ABBC-3CDC-89DAE07A658B}"/>
                  </a:ext>
                </a:extLst>
              </p:cNvPr>
              <p:cNvCxnSpPr/>
              <p:nvPr/>
            </p:nvCxnSpPr>
            <p:spPr>
              <a:xfrm>
                <a:off x="2864390" y="46319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2" name="Straight Connector 3091">
                <a:extLst>
                  <a:ext uri="{FF2B5EF4-FFF2-40B4-BE49-F238E27FC236}">
                    <a16:creationId xmlns:a16="http://schemas.microsoft.com/office/drawing/2014/main" id="{9B29FE9D-517A-D469-5F06-1A8FE5001C4B}"/>
                  </a:ext>
                </a:extLst>
              </p:cNvPr>
              <p:cNvCxnSpPr/>
              <p:nvPr/>
            </p:nvCxnSpPr>
            <p:spPr>
              <a:xfrm>
                <a:off x="3016790" y="47843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3" name="Straight Connector 3092">
                <a:extLst>
                  <a:ext uri="{FF2B5EF4-FFF2-40B4-BE49-F238E27FC236}">
                    <a16:creationId xmlns:a16="http://schemas.microsoft.com/office/drawing/2014/main" id="{D654D8D2-AAB2-BD9B-BCB8-289E2FE0C96D}"/>
                  </a:ext>
                </a:extLst>
              </p:cNvPr>
              <p:cNvCxnSpPr/>
              <p:nvPr/>
            </p:nvCxnSpPr>
            <p:spPr>
              <a:xfrm>
                <a:off x="3169190" y="49367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4" name="Straight Connector 3093">
                <a:extLst>
                  <a:ext uri="{FF2B5EF4-FFF2-40B4-BE49-F238E27FC236}">
                    <a16:creationId xmlns:a16="http://schemas.microsoft.com/office/drawing/2014/main" id="{A64E4FEF-C5D8-A455-A5BD-A3A5B997F552}"/>
                  </a:ext>
                </a:extLst>
              </p:cNvPr>
              <p:cNvCxnSpPr/>
              <p:nvPr/>
            </p:nvCxnSpPr>
            <p:spPr>
              <a:xfrm>
                <a:off x="3321590" y="5089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5" name="Straight Connector 3094">
                <a:extLst>
                  <a:ext uri="{FF2B5EF4-FFF2-40B4-BE49-F238E27FC236}">
                    <a16:creationId xmlns:a16="http://schemas.microsoft.com/office/drawing/2014/main" id="{19DC27A7-D2FB-A508-0F74-FF4B39C4A8C4}"/>
                  </a:ext>
                </a:extLst>
              </p:cNvPr>
              <p:cNvCxnSpPr>
                <a:cxnSpLocks/>
              </p:cNvCxnSpPr>
              <p:nvPr/>
            </p:nvCxnSpPr>
            <p:spPr>
              <a:xfrm>
                <a:off x="2788190" y="34821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7" name="Straight Connector 3096">
                <a:extLst>
                  <a:ext uri="{FF2B5EF4-FFF2-40B4-BE49-F238E27FC236}">
                    <a16:creationId xmlns:a16="http://schemas.microsoft.com/office/drawing/2014/main" id="{D2A1E532-79A1-CFA2-DC26-2F9FF760B239}"/>
                  </a:ext>
                </a:extLst>
              </p:cNvPr>
              <p:cNvCxnSpPr/>
              <p:nvPr/>
            </p:nvCxnSpPr>
            <p:spPr>
              <a:xfrm>
                <a:off x="2371605" y="3455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8" name="Straight Connector 3097">
                <a:extLst>
                  <a:ext uri="{FF2B5EF4-FFF2-40B4-BE49-F238E27FC236}">
                    <a16:creationId xmlns:a16="http://schemas.microsoft.com/office/drawing/2014/main" id="{E3F6E3DE-2D77-1573-C9ED-EAB0181C095D}"/>
                  </a:ext>
                </a:extLst>
              </p:cNvPr>
              <p:cNvCxnSpPr/>
              <p:nvPr/>
            </p:nvCxnSpPr>
            <p:spPr>
              <a:xfrm>
                <a:off x="2524005" y="3608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9" name="Straight Connector 3098">
                <a:extLst>
                  <a:ext uri="{FF2B5EF4-FFF2-40B4-BE49-F238E27FC236}">
                    <a16:creationId xmlns:a16="http://schemas.microsoft.com/office/drawing/2014/main" id="{CF363AEB-F21D-10DE-F2FA-7826DCEE0BA5}"/>
                  </a:ext>
                </a:extLst>
              </p:cNvPr>
              <p:cNvCxnSpPr/>
              <p:nvPr/>
            </p:nvCxnSpPr>
            <p:spPr>
              <a:xfrm>
                <a:off x="2676405" y="3760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0" name="Straight Connector 3099">
                <a:extLst>
                  <a:ext uri="{FF2B5EF4-FFF2-40B4-BE49-F238E27FC236}">
                    <a16:creationId xmlns:a16="http://schemas.microsoft.com/office/drawing/2014/main" id="{4B76DC67-1380-F14B-D661-85EC7494245B}"/>
                  </a:ext>
                </a:extLst>
              </p:cNvPr>
              <p:cNvCxnSpPr/>
              <p:nvPr/>
            </p:nvCxnSpPr>
            <p:spPr>
              <a:xfrm>
                <a:off x="2828805" y="3912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1" name="Straight Connector 3100">
                <a:extLst>
                  <a:ext uri="{FF2B5EF4-FFF2-40B4-BE49-F238E27FC236}">
                    <a16:creationId xmlns:a16="http://schemas.microsoft.com/office/drawing/2014/main" id="{CAD8F68B-88D0-6D2E-F982-B21D19E83F80}"/>
                  </a:ext>
                </a:extLst>
              </p:cNvPr>
              <p:cNvCxnSpPr/>
              <p:nvPr/>
            </p:nvCxnSpPr>
            <p:spPr>
              <a:xfrm>
                <a:off x="2981205" y="40653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2" name="Straight Connector 3101">
                <a:extLst>
                  <a:ext uri="{FF2B5EF4-FFF2-40B4-BE49-F238E27FC236}">
                    <a16:creationId xmlns:a16="http://schemas.microsoft.com/office/drawing/2014/main" id="{489452AA-086D-78B4-CEC1-B4FA872FE346}"/>
                  </a:ext>
                </a:extLst>
              </p:cNvPr>
              <p:cNvCxnSpPr/>
              <p:nvPr/>
            </p:nvCxnSpPr>
            <p:spPr>
              <a:xfrm>
                <a:off x="3133605" y="4217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3" name="Straight Connector 3102">
                <a:extLst>
                  <a:ext uri="{FF2B5EF4-FFF2-40B4-BE49-F238E27FC236}">
                    <a16:creationId xmlns:a16="http://schemas.microsoft.com/office/drawing/2014/main" id="{305B0834-49FF-4F99-2EF9-2ADED31C1F16}"/>
                  </a:ext>
                </a:extLst>
              </p:cNvPr>
              <p:cNvCxnSpPr/>
              <p:nvPr/>
            </p:nvCxnSpPr>
            <p:spPr>
              <a:xfrm>
                <a:off x="3286005" y="4370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4" name="Straight Connector 3103">
                <a:extLst>
                  <a:ext uri="{FF2B5EF4-FFF2-40B4-BE49-F238E27FC236}">
                    <a16:creationId xmlns:a16="http://schemas.microsoft.com/office/drawing/2014/main" id="{C87AED0C-DBE2-69EC-73AE-6EDEE0933006}"/>
                  </a:ext>
                </a:extLst>
              </p:cNvPr>
              <p:cNvCxnSpPr/>
              <p:nvPr/>
            </p:nvCxnSpPr>
            <p:spPr>
              <a:xfrm>
                <a:off x="3438405" y="4522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5" name="Straight Connector 3104">
                <a:extLst>
                  <a:ext uri="{FF2B5EF4-FFF2-40B4-BE49-F238E27FC236}">
                    <a16:creationId xmlns:a16="http://schemas.microsoft.com/office/drawing/2014/main" id="{8BCFBF2A-E238-5D5F-69E6-F1CC4DFF2D34}"/>
                  </a:ext>
                </a:extLst>
              </p:cNvPr>
              <p:cNvCxnSpPr/>
              <p:nvPr/>
            </p:nvCxnSpPr>
            <p:spPr>
              <a:xfrm>
                <a:off x="3590805" y="4674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6" name="Straight Connector 3105">
                <a:extLst>
                  <a:ext uri="{FF2B5EF4-FFF2-40B4-BE49-F238E27FC236}">
                    <a16:creationId xmlns:a16="http://schemas.microsoft.com/office/drawing/2014/main" id="{21391390-6D90-00BE-87B9-55093134C052}"/>
                  </a:ext>
                </a:extLst>
              </p:cNvPr>
              <p:cNvCxnSpPr/>
              <p:nvPr/>
            </p:nvCxnSpPr>
            <p:spPr>
              <a:xfrm>
                <a:off x="3590805" y="4837586"/>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7" name="Straight Connector 3106">
                <a:extLst>
                  <a:ext uri="{FF2B5EF4-FFF2-40B4-BE49-F238E27FC236}">
                    <a16:creationId xmlns:a16="http://schemas.microsoft.com/office/drawing/2014/main" id="{C8900087-023D-D69E-C347-A15DB654346B}"/>
                  </a:ext>
                </a:extLst>
              </p:cNvPr>
              <p:cNvCxnSpPr>
                <a:cxnSpLocks/>
              </p:cNvCxnSpPr>
              <p:nvPr/>
            </p:nvCxnSpPr>
            <p:spPr>
              <a:xfrm>
                <a:off x="3257707" y="36397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8" name="Straight Connector 3107">
                <a:extLst>
                  <a:ext uri="{FF2B5EF4-FFF2-40B4-BE49-F238E27FC236}">
                    <a16:creationId xmlns:a16="http://schemas.microsoft.com/office/drawing/2014/main" id="{FA037C7A-B19E-5EF6-09BF-A123C1DE9240}"/>
                  </a:ext>
                </a:extLst>
              </p:cNvPr>
              <p:cNvCxnSpPr>
                <a:cxnSpLocks/>
              </p:cNvCxnSpPr>
              <p:nvPr/>
            </p:nvCxnSpPr>
            <p:spPr>
              <a:xfrm>
                <a:off x="2940590" y="36345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9" name="Straight Connector 3108">
                <a:extLst>
                  <a:ext uri="{FF2B5EF4-FFF2-40B4-BE49-F238E27FC236}">
                    <a16:creationId xmlns:a16="http://schemas.microsoft.com/office/drawing/2014/main" id="{D64EB88D-B667-390A-3E32-A7DADA963FC4}"/>
                  </a:ext>
                </a:extLst>
              </p:cNvPr>
              <p:cNvCxnSpPr>
                <a:cxnSpLocks/>
              </p:cNvCxnSpPr>
              <p:nvPr/>
            </p:nvCxnSpPr>
            <p:spPr>
              <a:xfrm>
                <a:off x="3092990" y="37869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0" name="Straight Connector 3109">
                <a:extLst>
                  <a:ext uri="{FF2B5EF4-FFF2-40B4-BE49-F238E27FC236}">
                    <a16:creationId xmlns:a16="http://schemas.microsoft.com/office/drawing/2014/main" id="{4F525CA6-7C4D-38D1-5C4A-5A688F6D4140}"/>
                  </a:ext>
                </a:extLst>
              </p:cNvPr>
              <p:cNvCxnSpPr>
                <a:cxnSpLocks/>
              </p:cNvCxnSpPr>
              <p:nvPr/>
            </p:nvCxnSpPr>
            <p:spPr>
              <a:xfrm>
                <a:off x="3245390" y="39393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1" name="Straight Connector 3110">
                <a:extLst>
                  <a:ext uri="{FF2B5EF4-FFF2-40B4-BE49-F238E27FC236}">
                    <a16:creationId xmlns:a16="http://schemas.microsoft.com/office/drawing/2014/main" id="{EE617279-C1B3-36D0-45E1-B433E9A577F9}"/>
                  </a:ext>
                </a:extLst>
              </p:cNvPr>
              <p:cNvCxnSpPr>
                <a:cxnSpLocks/>
              </p:cNvCxnSpPr>
              <p:nvPr/>
            </p:nvCxnSpPr>
            <p:spPr>
              <a:xfrm>
                <a:off x="3397790" y="40917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2" name="Straight Connector 3111">
                <a:extLst>
                  <a:ext uri="{FF2B5EF4-FFF2-40B4-BE49-F238E27FC236}">
                    <a16:creationId xmlns:a16="http://schemas.microsoft.com/office/drawing/2014/main" id="{32031998-B724-CDAD-B4C6-48FF92DC4785}"/>
                  </a:ext>
                </a:extLst>
              </p:cNvPr>
              <p:cNvCxnSpPr>
                <a:cxnSpLocks/>
              </p:cNvCxnSpPr>
              <p:nvPr/>
            </p:nvCxnSpPr>
            <p:spPr>
              <a:xfrm>
                <a:off x="3550190" y="424413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3" name="Straight Connector 3112">
                <a:extLst>
                  <a:ext uri="{FF2B5EF4-FFF2-40B4-BE49-F238E27FC236}">
                    <a16:creationId xmlns:a16="http://schemas.microsoft.com/office/drawing/2014/main" id="{68C58107-40EC-0554-6F6B-54629B9840B4}"/>
                  </a:ext>
                </a:extLst>
              </p:cNvPr>
              <p:cNvCxnSpPr>
                <a:cxnSpLocks/>
              </p:cNvCxnSpPr>
              <p:nvPr/>
            </p:nvCxnSpPr>
            <p:spPr>
              <a:xfrm>
                <a:off x="3627284" y="4353499"/>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4" name="Straight Connector 3113">
                <a:extLst>
                  <a:ext uri="{FF2B5EF4-FFF2-40B4-BE49-F238E27FC236}">
                    <a16:creationId xmlns:a16="http://schemas.microsoft.com/office/drawing/2014/main" id="{DD1ACF0C-059B-C1A4-65A1-F03FB2516888}"/>
                  </a:ext>
                </a:extLst>
              </p:cNvPr>
              <p:cNvCxnSpPr>
                <a:cxnSpLocks/>
              </p:cNvCxnSpPr>
              <p:nvPr/>
            </p:nvCxnSpPr>
            <p:spPr>
              <a:xfrm>
                <a:off x="3638707" y="454465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5" name="Straight Connector 3114">
                <a:extLst>
                  <a:ext uri="{FF2B5EF4-FFF2-40B4-BE49-F238E27FC236}">
                    <a16:creationId xmlns:a16="http://schemas.microsoft.com/office/drawing/2014/main" id="{7314285A-5EE4-756C-DBD3-A185518A2E85}"/>
                  </a:ext>
                </a:extLst>
              </p:cNvPr>
              <p:cNvCxnSpPr/>
              <p:nvPr/>
            </p:nvCxnSpPr>
            <p:spPr>
              <a:xfrm>
                <a:off x="3410107" y="37921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6" name="Straight Connector 3115">
                <a:extLst>
                  <a:ext uri="{FF2B5EF4-FFF2-40B4-BE49-F238E27FC236}">
                    <a16:creationId xmlns:a16="http://schemas.microsoft.com/office/drawing/2014/main" id="{226A498A-D245-0C79-719B-7024E9A40D6F}"/>
                  </a:ext>
                </a:extLst>
              </p:cNvPr>
              <p:cNvCxnSpPr/>
              <p:nvPr/>
            </p:nvCxnSpPr>
            <p:spPr>
              <a:xfrm>
                <a:off x="3562507" y="39445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7" name="Straight Connector 3116">
                <a:extLst>
                  <a:ext uri="{FF2B5EF4-FFF2-40B4-BE49-F238E27FC236}">
                    <a16:creationId xmlns:a16="http://schemas.microsoft.com/office/drawing/2014/main" id="{399F62B4-BC0B-743F-E638-8024CAFD5B3B}"/>
                  </a:ext>
                </a:extLst>
              </p:cNvPr>
              <p:cNvCxnSpPr/>
              <p:nvPr/>
            </p:nvCxnSpPr>
            <p:spPr>
              <a:xfrm>
                <a:off x="3667005" y="40969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9" name="Straight Connector 3118">
                <a:extLst>
                  <a:ext uri="{FF2B5EF4-FFF2-40B4-BE49-F238E27FC236}">
                    <a16:creationId xmlns:a16="http://schemas.microsoft.com/office/drawing/2014/main" id="{506B94DC-C587-AEC5-0834-591A870DEF02}"/>
                  </a:ext>
                </a:extLst>
              </p:cNvPr>
              <p:cNvCxnSpPr>
                <a:cxnSpLocks/>
              </p:cNvCxnSpPr>
              <p:nvPr/>
            </p:nvCxnSpPr>
            <p:spPr>
              <a:xfrm>
                <a:off x="3490959" y="36397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0" name="Straight Connector 3119">
                <a:extLst>
                  <a:ext uri="{FF2B5EF4-FFF2-40B4-BE49-F238E27FC236}">
                    <a16:creationId xmlns:a16="http://schemas.microsoft.com/office/drawing/2014/main" id="{9CCB18A6-2143-8919-43E7-A622D098C115}"/>
                  </a:ext>
                </a:extLst>
              </p:cNvPr>
              <p:cNvCxnSpPr>
                <a:cxnSpLocks/>
              </p:cNvCxnSpPr>
              <p:nvPr/>
            </p:nvCxnSpPr>
            <p:spPr>
              <a:xfrm>
                <a:off x="3643359" y="37921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1" name="Straight Connector 3120">
                <a:extLst>
                  <a:ext uri="{FF2B5EF4-FFF2-40B4-BE49-F238E27FC236}">
                    <a16:creationId xmlns:a16="http://schemas.microsoft.com/office/drawing/2014/main" id="{6A360568-A2C7-AE32-09EA-3A91934C704E}"/>
                  </a:ext>
                </a:extLst>
              </p:cNvPr>
              <p:cNvCxnSpPr>
                <a:cxnSpLocks/>
              </p:cNvCxnSpPr>
              <p:nvPr/>
            </p:nvCxnSpPr>
            <p:spPr>
              <a:xfrm>
                <a:off x="3680131" y="3639791"/>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2" name="Straight Connector 3121">
                <a:extLst>
                  <a:ext uri="{FF2B5EF4-FFF2-40B4-BE49-F238E27FC236}">
                    <a16:creationId xmlns:a16="http://schemas.microsoft.com/office/drawing/2014/main" id="{259D0037-8457-93E5-859B-B593134A3F2F}"/>
                  </a:ext>
                </a:extLst>
              </p:cNvPr>
              <p:cNvCxnSpPr/>
              <p:nvPr/>
            </p:nvCxnSpPr>
            <p:spPr>
              <a:xfrm>
                <a:off x="1762005" y="37175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3" name="Straight Connector 3122">
                <a:extLst>
                  <a:ext uri="{FF2B5EF4-FFF2-40B4-BE49-F238E27FC236}">
                    <a16:creationId xmlns:a16="http://schemas.microsoft.com/office/drawing/2014/main" id="{AC8051C6-F892-B524-3057-9A9E0ABB767B}"/>
                  </a:ext>
                </a:extLst>
              </p:cNvPr>
              <p:cNvCxnSpPr>
                <a:cxnSpLocks/>
              </p:cNvCxnSpPr>
              <p:nvPr/>
            </p:nvCxnSpPr>
            <p:spPr>
              <a:xfrm>
                <a:off x="1914405" y="38699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4" name="Straight Connector 3123">
                <a:extLst>
                  <a:ext uri="{FF2B5EF4-FFF2-40B4-BE49-F238E27FC236}">
                    <a16:creationId xmlns:a16="http://schemas.microsoft.com/office/drawing/2014/main" id="{134013F3-4D34-94A7-EB61-56457508CA4A}"/>
                  </a:ext>
                </a:extLst>
              </p:cNvPr>
              <p:cNvCxnSpPr>
                <a:cxnSpLocks/>
              </p:cNvCxnSpPr>
              <p:nvPr/>
            </p:nvCxnSpPr>
            <p:spPr>
              <a:xfrm flipH="1">
                <a:off x="2003757" y="40223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5" name="Straight Connector 3124">
                <a:extLst>
                  <a:ext uri="{FF2B5EF4-FFF2-40B4-BE49-F238E27FC236}">
                    <a16:creationId xmlns:a16="http://schemas.microsoft.com/office/drawing/2014/main" id="{7CFB1EA7-664B-7306-304F-CAAA319C9803}"/>
                  </a:ext>
                </a:extLst>
              </p:cNvPr>
              <p:cNvCxnSpPr/>
              <p:nvPr/>
            </p:nvCxnSpPr>
            <p:spPr>
              <a:xfrm>
                <a:off x="2219205" y="41747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6" name="Straight Connector 3125">
                <a:extLst>
                  <a:ext uri="{FF2B5EF4-FFF2-40B4-BE49-F238E27FC236}">
                    <a16:creationId xmlns:a16="http://schemas.microsoft.com/office/drawing/2014/main" id="{D16B142D-0A1A-2E4F-9533-A3F4E72129F0}"/>
                  </a:ext>
                </a:extLst>
              </p:cNvPr>
              <p:cNvCxnSpPr/>
              <p:nvPr/>
            </p:nvCxnSpPr>
            <p:spPr>
              <a:xfrm>
                <a:off x="2371605" y="4327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7" name="Straight Connector 3126">
                <a:extLst>
                  <a:ext uri="{FF2B5EF4-FFF2-40B4-BE49-F238E27FC236}">
                    <a16:creationId xmlns:a16="http://schemas.microsoft.com/office/drawing/2014/main" id="{7672794D-43FB-1E00-608D-85820ACD79C5}"/>
                  </a:ext>
                </a:extLst>
              </p:cNvPr>
              <p:cNvCxnSpPr/>
              <p:nvPr/>
            </p:nvCxnSpPr>
            <p:spPr>
              <a:xfrm>
                <a:off x="2524005" y="44795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8" name="Straight Connector 3127">
                <a:extLst>
                  <a:ext uri="{FF2B5EF4-FFF2-40B4-BE49-F238E27FC236}">
                    <a16:creationId xmlns:a16="http://schemas.microsoft.com/office/drawing/2014/main" id="{DAC5029B-7056-A5F5-C89D-9F8A33D280F9}"/>
                  </a:ext>
                </a:extLst>
              </p:cNvPr>
              <p:cNvCxnSpPr/>
              <p:nvPr/>
            </p:nvCxnSpPr>
            <p:spPr>
              <a:xfrm>
                <a:off x="2676405" y="46319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9" name="Straight Connector 3128">
                <a:extLst>
                  <a:ext uri="{FF2B5EF4-FFF2-40B4-BE49-F238E27FC236}">
                    <a16:creationId xmlns:a16="http://schemas.microsoft.com/office/drawing/2014/main" id="{0ECE8C0F-78F2-BAE5-5DF6-2F599DB2C65A}"/>
                  </a:ext>
                </a:extLst>
              </p:cNvPr>
              <p:cNvCxnSpPr/>
              <p:nvPr/>
            </p:nvCxnSpPr>
            <p:spPr>
              <a:xfrm>
                <a:off x="2828805" y="47843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0" name="Straight Connector 3129">
                <a:extLst>
                  <a:ext uri="{FF2B5EF4-FFF2-40B4-BE49-F238E27FC236}">
                    <a16:creationId xmlns:a16="http://schemas.microsoft.com/office/drawing/2014/main" id="{64B9E32D-3F29-D1C9-2F8E-257F9A7A16DC}"/>
                  </a:ext>
                </a:extLst>
              </p:cNvPr>
              <p:cNvCxnSpPr/>
              <p:nvPr/>
            </p:nvCxnSpPr>
            <p:spPr>
              <a:xfrm>
                <a:off x="2981205" y="49367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1" name="Straight Connector 3130">
                <a:extLst>
                  <a:ext uri="{FF2B5EF4-FFF2-40B4-BE49-F238E27FC236}">
                    <a16:creationId xmlns:a16="http://schemas.microsoft.com/office/drawing/2014/main" id="{AA0394F8-981B-77AA-F620-2F4D69288B55}"/>
                  </a:ext>
                </a:extLst>
              </p:cNvPr>
              <p:cNvCxnSpPr/>
              <p:nvPr/>
            </p:nvCxnSpPr>
            <p:spPr>
              <a:xfrm>
                <a:off x="3133605" y="508918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5" name="Straight Connector 3144">
                <a:extLst>
                  <a:ext uri="{FF2B5EF4-FFF2-40B4-BE49-F238E27FC236}">
                    <a16:creationId xmlns:a16="http://schemas.microsoft.com/office/drawing/2014/main" id="{E270D65F-9768-1E23-8E0F-B1B17402EB33}"/>
                  </a:ext>
                </a:extLst>
              </p:cNvPr>
              <p:cNvCxnSpPr>
                <a:cxnSpLocks/>
              </p:cNvCxnSpPr>
              <p:nvPr/>
            </p:nvCxnSpPr>
            <p:spPr>
              <a:xfrm flipH="1">
                <a:off x="1775157" y="40223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6" name="Straight Connector 3145">
                <a:extLst>
                  <a:ext uri="{FF2B5EF4-FFF2-40B4-BE49-F238E27FC236}">
                    <a16:creationId xmlns:a16="http://schemas.microsoft.com/office/drawing/2014/main" id="{C8F6ECB8-61EF-2C1B-C126-C0BC295D08E8}"/>
                  </a:ext>
                </a:extLst>
              </p:cNvPr>
              <p:cNvCxnSpPr>
                <a:cxnSpLocks/>
              </p:cNvCxnSpPr>
              <p:nvPr/>
            </p:nvCxnSpPr>
            <p:spPr>
              <a:xfrm flipH="1">
                <a:off x="1927557" y="41747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7" name="Straight Connector 3146">
                <a:extLst>
                  <a:ext uri="{FF2B5EF4-FFF2-40B4-BE49-F238E27FC236}">
                    <a16:creationId xmlns:a16="http://schemas.microsoft.com/office/drawing/2014/main" id="{D36A2B72-653F-AB72-05B2-E02B7DD1455D}"/>
                  </a:ext>
                </a:extLst>
              </p:cNvPr>
              <p:cNvCxnSpPr>
                <a:cxnSpLocks/>
              </p:cNvCxnSpPr>
              <p:nvPr/>
            </p:nvCxnSpPr>
            <p:spPr>
              <a:xfrm flipH="1">
                <a:off x="2079957" y="43271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8" name="Straight Connector 3147">
                <a:extLst>
                  <a:ext uri="{FF2B5EF4-FFF2-40B4-BE49-F238E27FC236}">
                    <a16:creationId xmlns:a16="http://schemas.microsoft.com/office/drawing/2014/main" id="{27C24F6E-FAA2-3CF7-7C69-6269C8F9C44F}"/>
                  </a:ext>
                </a:extLst>
              </p:cNvPr>
              <p:cNvCxnSpPr>
                <a:cxnSpLocks/>
              </p:cNvCxnSpPr>
              <p:nvPr/>
            </p:nvCxnSpPr>
            <p:spPr>
              <a:xfrm flipH="1">
                <a:off x="2232357" y="44795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9" name="Straight Connector 3148">
                <a:extLst>
                  <a:ext uri="{FF2B5EF4-FFF2-40B4-BE49-F238E27FC236}">
                    <a16:creationId xmlns:a16="http://schemas.microsoft.com/office/drawing/2014/main" id="{50E43349-0F3B-26A9-0D30-7CADB308C456}"/>
                  </a:ext>
                </a:extLst>
              </p:cNvPr>
              <p:cNvCxnSpPr>
                <a:cxnSpLocks/>
              </p:cNvCxnSpPr>
              <p:nvPr/>
            </p:nvCxnSpPr>
            <p:spPr>
              <a:xfrm flipH="1">
                <a:off x="2384757" y="46319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0" name="Straight Connector 3149">
                <a:extLst>
                  <a:ext uri="{FF2B5EF4-FFF2-40B4-BE49-F238E27FC236}">
                    <a16:creationId xmlns:a16="http://schemas.microsoft.com/office/drawing/2014/main" id="{98E7A67C-CD50-2B85-3E3F-D712167AAFD4}"/>
                  </a:ext>
                </a:extLst>
              </p:cNvPr>
              <p:cNvCxnSpPr>
                <a:cxnSpLocks/>
              </p:cNvCxnSpPr>
              <p:nvPr/>
            </p:nvCxnSpPr>
            <p:spPr>
              <a:xfrm flipH="1">
                <a:off x="2537157" y="47843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1" name="Straight Connector 3150">
                <a:extLst>
                  <a:ext uri="{FF2B5EF4-FFF2-40B4-BE49-F238E27FC236}">
                    <a16:creationId xmlns:a16="http://schemas.microsoft.com/office/drawing/2014/main" id="{D7E3724C-2F24-06A8-3F53-651471890BCB}"/>
                  </a:ext>
                </a:extLst>
              </p:cNvPr>
              <p:cNvCxnSpPr>
                <a:cxnSpLocks/>
              </p:cNvCxnSpPr>
              <p:nvPr/>
            </p:nvCxnSpPr>
            <p:spPr>
              <a:xfrm flipH="1">
                <a:off x="2689557" y="49367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2" name="Straight Connector 3151">
                <a:extLst>
                  <a:ext uri="{FF2B5EF4-FFF2-40B4-BE49-F238E27FC236}">
                    <a16:creationId xmlns:a16="http://schemas.microsoft.com/office/drawing/2014/main" id="{34997058-18E1-8F79-BB60-328B67D5750E}"/>
                  </a:ext>
                </a:extLst>
              </p:cNvPr>
              <p:cNvCxnSpPr>
                <a:cxnSpLocks/>
              </p:cNvCxnSpPr>
              <p:nvPr/>
            </p:nvCxnSpPr>
            <p:spPr>
              <a:xfrm flipH="1">
                <a:off x="2841957" y="50891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3" name="Straight Connector 3152">
                <a:extLst>
                  <a:ext uri="{FF2B5EF4-FFF2-40B4-BE49-F238E27FC236}">
                    <a16:creationId xmlns:a16="http://schemas.microsoft.com/office/drawing/2014/main" id="{3DD0AD95-0F98-429B-6BFC-487EA057E6E2}"/>
                  </a:ext>
                </a:extLst>
              </p:cNvPr>
              <p:cNvCxnSpPr>
                <a:cxnSpLocks/>
              </p:cNvCxnSpPr>
              <p:nvPr/>
            </p:nvCxnSpPr>
            <p:spPr>
              <a:xfrm flipH="1">
                <a:off x="1797590" y="43271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4" name="Straight Connector 3153">
                <a:extLst>
                  <a:ext uri="{FF2B5EF4-FFF2-40B4-BE49-F238E27FC236}">
                    <a16:creationId xmlns:a16="http://schemas.microsoft.com/office/drawing/2014/main" id="{F28DA782-18C5-E0CF-9BD9-8C255950431D}"/>
                  </a:ext>
                </a:extLst>
              </p:cNvPr>
              <p:cNvCxnSpPr>
                <a:cxnSpLocks/>
              </p:cNvCxnSpPr>
              <p:nvPr/>
            </p:nvCxnSpPr>
            <p:spPr>
              <a:xfrm flipH="1">
                <a:off x="1949990" y="44795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5" name="Straight Connector 3154">
                <a:extLst>
                  <a:ext uri="{FF2B5EF4-FFF2-40B4-BE49-F238E27FC236}">
                    <a16:creationId xmlns:a16="http://schemas.microsoft.com/office/drawing/2014/main" id="{44A5FF16-425F-1A3A-8F7B-2697A2011B7D}"/>
                  </a:ext>
                </a:extLst>
              </p:cNvPr>
              <p:cNvCxnSpPr>
                <a:cxnSpLocks/>
              </p:cNvCxnSpPr>
              <p:nvPr/>
            </p:nvCxnSpPr>
            <p:spPr>
              <a:xfrm flipH="1">
                <a:off x="2102390" y="46319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6" name="Straight Connector 3155">
                <a:extLst>
                  <a:ext uri="{FF2B5EF4-FFF2-40B4-BE49-F238E27FC236}">
                    <a16:creationId xmlns:a16="http://schemas.microsoft.com/office/drawing/2014/main" id="{3DB87869-5162-F23F-FCD5-B677B881B6A3}"/>
                  </a:ext>
                </a:extLst>
              </p:cNvPr>
              <p:cNvCxnSpPr>
                <a:cxnSpLocks/>
              </p:cNvCxnSpPr>
              <p:nvPr/>
            </p:nvCxnSpPr>
            <p:spPr>
              <a:xfrm flipH="1">
                <a:off x="2254790" y="47843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7" name="Straight Connector 3156">
                <a:extLst>
                  <a:ext uri="{FF2B5EF4-FFF2-40B4-BE49-F238E27FC236}">
                    <a16:creationId xmlns:a16="http://schemas.microsoft.com/office/drawing/2014/main" id="{6DDB4E04-4BB1-9D3B-47AB-D7909AC6BB45}"/>
                  </a:ext>
                </a:extLst>
              </p:cNvPr>
              <p:cNvCxnSpPr>
                <a:cxnSpLocks/>
              </p:cNvCxnSpPr>
              <p:nvPr/>
            </p:nvCxnSpPr>
            <p:spPr>
              <a:xfrm flipH="1">
                <a:off x="2407190" y="49367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8" name="Straight Connector 3157">
                <a:extLst>
                  <a:ext uri="{FF2B5EF4-FFF2-40B4-BE49-F238E27FC236}">
                    <a16:creationId xmlns:a16="http://schemas.microsoft.com/office/drawing/2014/main" id="{52364635-7E23-69A2-AA80-797C35B011AE}"/>
                  </a:ext>
                </a:extLst>
              </p:cNvPr>
              <p:cNvCxnSpPr>
                <a:cxnSpLocks/>
              </p:cNvCxnSpPr>
              <p:nvPr/>
            </p:nvCxnSpPr>
            <p:spPr>
              <a:xfrm flipH="1">
                <a:off x="2559590" y="5089180"/>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9" name="Straight Connector 3158">
                <a:extLst>
                  <a:ext uri="{FF2B5EF4-FFF2-40B4-BE49-F238E27FC236}">
                    <a16:creationId xmlns:a16="http://schemas.microsoft.com/office/drawing/2014/main" id="{A5E32F9D-F423-974A-B120-58075CBAF44F}"/>
                  </a:ext>
                </a:extLst>
              </p:cNvPr>
              <p:cNvCxnSpPr>
                <a:cxnSpLocks/>
              </p:cNvCxnSpPr>
              <p:nvPr/>
            </p:nvCxnSpPr>
            <p:spPr>
              <a:xfrm flipH="1">
                <a:off x="1762005" y="460898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0" name="Straight Connector 3159">
                <a:extLst>
                  <a:ext uri="{FF2B5EF4-FFF2-40B4-BE49-F238E27FC236}">
                    <a16:creationId xmlns:a16="http://schemas.microsoft.com/office/drawing/2014/main" id="{E82B713B-3854-9D1E-CD78-08E5DD35512C}"/>
                  </a:ext>
                </a:extLst>
              </p:cNvPr>
              <p:cNvCxnSpPr>
                <a:cxnSpLocks/>
              </p:cNvCxnSpPr>
              <p:nvPr/>
            </p:nvCxnSpPr>
            <p:spPr>
              <a:xfrm flipH="1">
                <a:off x="1914405" y="476138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1" name="Straight Connector 3160">
                <a:extLst>
                  <a:ext uri="{FF2B5EF4-FFF2-40B4-BE49-F238E27FC236}">
                    <a16:creationId xmlns:a16="http://schemas.microsoft.com/office/drawing/2014/main" id="{FEF1F0F6-258F-8D02-5967-0723E7F6B279}"/>
                  </a:ext>
                </a:extLst>
              </p:cNvPr>
              <p:cNvCxnSpPr>
                <a:cxnSpLocks/>
              </p:cNvCxnSpPr>
              <p:nvPr/>
            </p:nvCxnSpPr>
            <p:spPr>
              <a:xfrm flipH="1">
                <a:off x="2066805" y="491378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2" name="Straight Connector 3161">
                <a:extLst>
                  <a:ext uri="{FF2B5EF4-FFF2-40B4-BE49-F238E27FC236}">
                    <a16:creationId xmlns:a16="http://schemas.microsoft.com/office/drawing/2014/main" id="{E80B7C5C-3132-397E-342B-1C068588C5B3}"/>
                  </a:ext>
                </a:extLst>
              </p:cNvPr>
              <p:cNvCxnSpPr>
                <a:cxnSpLocks/>
              </p:cNvCxnSpPr>
              <p:nvPr/>
            </p:nvCxnSpPr>
            <p:spPr>
              <a:xfrm flipH="1">
                <a:off x="2219205" y="506618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3" name="Straight Connector 3162">
                <a:extLst>
                  <a:ext uri="{FF2B5EF4-FFF2-40B4-BE49-F238E27FC236}">
                    <a16:creationId xmlns:a16="http://schemas.microsoft.com/office/drawing/2014/main" id="{479ED744-907A-1F08-79DA-600EB817D2A4}"/>
                  </a:ext>
                </a:extLst>
              </p:cNvPr>
              <p:cNvCxnSpPr>
                <a:cxnSpLocks/>
              </p:cNvCxnSpPr>
              <p:nvPr/>
            </p:nvCxnSpPr>
            <p:spPr>
              <a:xfrm flipH="1">
                <a:off x="1801391" y="491036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5" name="Straight Connector 3164">
                <a:extLst>
                  <a:ext uri="{FF2B5EF4-FFF2-40B4-BE49-F238E27FC236}">
                    <a16:creationId xmlns:a16="http://schemas.microsoft.com/office/drawing/2014/main" id="{CA4C23FE-3DAA-C88C-89EC-A1F982CDF5DC}"/>
                  </a:ext>
                </a:extLst>
              </p:cNvPr>
              <p:cNvCxnSpPr>
                <a:cxnSpLocks/>
              </p:cNvCxnSpPr>
              <p:nvPr/>
            </p:nvCxnSpPr>
            <p:spPr>
              <a:xfrm flipH="1">
                <a:off x="1953791" y="5062766"/>
                <a:ext cx="13924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6" name="Straight Connector 3165">
                <a:extLst>
                  <a:ext uri="{FF2B5EF4-FFF2-40B4-BE49-F238E27FC236}">
                    <a16:creationId xmlns:a16="http://schemas.microsoft.com/office/drawing/2014/main" id="{D2D3D4A8-6CBC-A061-E3B2-B6F01F27AD88}"/>
                  </a:ext>
                </a:extLst>
              </p:cNvPr>
              <p:cNvCxnSpPr/>
              <p:nvPr/>
            </p:nvCxnSpPr>
            <p:spPr>
              <a:xfrm>
                <a:off x="2864390" y="38263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7" name="Straight Connector 3166">
                <a:extLst>
                  <a:ext uri="{FF2B5EF4-FFF2-40B4-BE49-F238E27FC236}">
                    <a16:creationId xmlns:a16="http://schemas.microsoft.com/office/drawing/2014/main" id="{473DEC47-4FAA-D55E-0197-01F95F30EB38}"/>
                  </a:ext>
                </a:extLst>
              </p:cNvPr>
              <p:cNvCxnSpPr/>
              <p:nvPr/>
            </p:nvCxnSpPr>
            <p:spPr>
              <a:xfrm>
                <a:off x="3016790" y="39787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8" name="Straight Connector 3167">
                <a:extLst>
                  <a:ext uri="{FF2B5EF4-FFF2-40B4-BE49-F238E27FC236}">
                    <a16:creationId xmlns:a16="http://schemas.microsoft.com/office/drawing/2014/main" id="{2E48E71E-3922-973E-395F-D69CD29C6934}"/>
                  </a:ext>
                </a:extLst>
              </p:cNvPr>
              <p:cNvCxnSpPr/>
              <p:nvPr/>
            </p:nvCxnSpPr>
            <p:spPr>
              <a:xfrm>
                <a:off x="3169190" y="41311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9" name="Straight Connector 3168">
                <a:extLst>
                  <a:ext uri="{FF2B5EF4-FFF2-40B4-BE49-F238E27FC236}">
                    <a16:creationId xmlns:a16="http://schemas.microsoft.com/office/drawing/2014/main" id="{D167A2D8-AE16-2C54-9788-55F7CB2A61A3}"/>
                  </a:ext>
                </a:extLst>
              </p:cNvPr>
              <p:cNvCxnSpPr/>
              <p:nvPr/>
            </p:nvCxnSpPr>
            <p:spPr>
              <a:xfrm>
                <a:off x="3321590" y="42835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0" name="Straight Connector 3169">
                <a:extLst>
                  <a:ext uri="{FF2B5EF4-FFF2-40B4-BE49-F238E27FC236}">
                    <a16:creationId xmlns:a16="http://schemas.microsoft.com/office/drawing/2014/main" id="{C09C8B77-8C9D-4E41-41C5-4945342757AC}"/>
                  </a:ext>
                </a:extLst>
              </p:cNvPr>
              <p:cNvCxnSpPr/>
              <p:nvPr/>
            </p:nvCxnSpPr>
            <p:spPr>
              <a:xfrm>
                <a:off x="3473990" y="4435915"/>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1" name="Straight Connector 3170">
                <a:extLst>
                  <a:ext uri="{FF2B5EF4-FFF2-40B4-BE49-F238E27FC236}">
                    <a16:creationId xmlns:a16="http://schemas.microsoft.com/office/drawing/2014/main" id="{C072212C-01F6-7ABE-097D-84B247F60C23}"/>
                  </a:ext>
                </a:extLst>
              </p:cNvPr>
              <p:cNvCxnSpPr/>
              <p:nvPr/>
            </p:nvCxnSpPr>
            <p:spPr>
              <a:xfrm>
                <a:off x="2254790" y="4705734"/>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2" name="Straight Connector 3171">
                <a:extLst>
                  <a:ext uri="{FF2B5EF4-FFF2-40B4-BE49-F238E27FC236}">
                    <a16:creationId xmlns:a16="http://schemas.microsoft.com/office/drawing/2014/main" id="{EB823099-3713-78BB-6670-4DBED14C8A1B}"/>
                  </a:ext>
                </a:extLst>
              </p:cNvPr>
              <p:cNvCxnSpPr/>
              <p:nvPr/>
            </p:nvCxnSpPr>
            <p:spPr>
              <a:xfrm>
                <a:off x="2477727" y="3760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3" name="Straight Connector 3172">
                <a:extLst>
                  <a:ext uri="{FF2B5EF4-FFF2-40B4-BE49-F238E27FC236}">
                    <a16:creationId xmlns:a16="http://schemas.microsoft.com/office/drawing/2014/main" id="{19C69C48-58CB-B97E-C04C-F2AAB73D830C}"/>
                  </a:ext>
                </a:extLst>
              </p:cNvPr>
              <p:cNvCxnSpPr/>
              <p:nvPr/>
            </p:nvCxnSpPr>
            <p:spPr>
              <a:xfrm>
                <a:off x="2630127" y="3912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4" name="Straight Connector 3173">
                <a:extLst>
                  <a:ext uri="{FF2B5EF4-FFF2-40B4-BE49-F238E27FC236}">
                    <a16:creationId xmlns:a16="http://schemas.microsoft.com/office/drawing/2014/main" id="{ACB17D14-2D19-A3E7-1643-23BA6A4E411C}"/>
                  </a:ext>
                </a:extLst>
              </p:cNvPr>
              <p:cNvCxnSpPr/>
              <p:nvPr/>
            </p:nvCxnSpPr>
            <p:spPr>
              <a:xfrm>
                <a:off x="2782527" y="40653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5" name="Straight Connector 3174">
                <a:extLst>
                  <a:ext uri="{FF2B5EF4-FFF2-40B4-BE49-F238E27FC236}">
                    <a16:creationId xmlns:a16="http://schemas.microsoft.com/office/drawing/2014/main" id="{533EB5EF-9C97-ED56-0851-D45F3C83E438}"/>
                  </a:ext>
                </a:extLst>
              </p:cNvPr>
              <p:cNvCxnSpPr/>
              <p:nvPr/>
            </p:nvCxnSpPr>
            <p:spPr>
              <a:xfrm>
                <a:off x="2934927" y="4217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6" name="Straight Connector 3175">
                <a:extLst>
                  <a:ext uri="{FF2B5EF4-FFF2-40B4-BE49-F238E27FC236}">
                    <a16:creationId xmlns:a16="http://schemas.microsoft.com/office/drawing/2014/main" id="{08F622E0-E2A0-44F4-22D5-7FDFDC5DE781}"/>
                  </a:ext>
                </a:extLst>
              </p:cNvPr>
              <p:cNvCxnSpPr/>
              <p:nvPr/>
            </p:nvCxnSpPr>
            <p:spPr>
              <a:xfrm>
                <a:off x="3087327" y="43701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7" name="Straight Connector 3176">
                <a:extLst>
                  <a:ext uri="{FF2B5EF4-FFF2-40B4-BE49-F238E27FC236}">
                    <a16:creationId xmlns:a16="http://schemas.microsoft.com/office/drawing/2014/main" id="{9AD9EEF5-0822-A5EE-F5B5-F5C4433E8DAB}"/>
                  </a:ext>
                </a:extLst>
              </p:cNvPr>
              <p:cNvCxnSpPr/>
              <p:nvPr/>
            </p:nvCxnSpPr>
            <p:spPr>
              <a:xfrm>
                <a:off x="3239727" y="45225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8" name="Straight Connector 3177">
                <a:extLst>
                  <a:ext uri="{FF2B5EF4-FFF2-40B4-BE49-F238E27FC236}">
                    <a16:creationId xmlns:a16="http://schemas.microsoft.com/office/drawing/2014/main" id="{DC3F3E02-790A-ED97-1F2B-6D41338B7A6C}"/>
                  </a:ext>
                </a:extLst>
              </p:cNvPr>
              <p:cNvCxnSpPr/>
              <p:nvPr/>
            </p:nvCxnSpPr>
            <p:spPr>
              <a:xfrm>
                <a:off x="3392127" y="46749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9" name="Straight Connector 3178">
                <a:extLst>
                  <a:ext uri="{FF2B5EF4-FFF2-40B4-BE49-F238E27FC236}">
                    <a16:creationId xmlns:a16="http://schemas.microsoft.com/office/drawing/2014/main" id="{5B68C76C-DBBB-5E5C-A289-CBBB8AFAC464}"/>
                  </a:ext>
                </a:extLst>
              </p:cNvPr>
              <p:cNvCxnSpPr/>
              <p:nvPr/>
            </p:nvCxnSpPr>
            <p:spPr>
              <a:xfrm>
                <a:off x="3743205" y="4761386"/>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0" name="Straight Connector 3179">
                <a:extLst>
                  <a:ext uri="{FF2B5EF4-FFF2-40B4-BE49-F238E27FC236}">
                    <a16:creationId xmlns:a16="http://schemas.microsoft.com/office/drawing/2014/main" id="{58F51895-98DC-98AE-3AD3-45691FF759B4}"/>
                  </a:ext>
                </a:extLst>
              </p:cNvPr>
              <p:cNvCxnSpPr/>
              <p:nvPr/>
            </p:nvCxnSpPr>
            <p:spPr>
              <a:xfrm>
                <a:off x="3666105" y="497971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1" name="Straight Connector 3180">
                <a:extLst>
                  <a:ext uri="{FF2B5EF4-FFF2-40B4-BE49-F238E27FC236}">
                    <a16:creationId xmlns:a16="http://schemas.microsoft.com/office/drawing/2014/main" id="{71D31526-32B0-D39D-9FF2-D4797ED53764}"/>
                  </a:ext>
                </a:extLst>
              </p:cNvPr>
              <p:cNvCxnSpPr/>
              <p:nvPr/>
            </p:nvCxnSpPr>
            <p:spPr>
              <a:xfrm>
                <a:off x="3401591" y="3999386"/>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2" name="Straight Connector 3181">
                <a:extLst>
                  <a:ext uri="{FF2B5EF4-FFF2-40B4-BE49-F238E27FC236}">
                    <a16:creationId xmlns:a16="http://schemas.microsoft.com/office/drawing/2014/main" id="{4BB5BB62-766B-6B33-4EFC-E9BFB71B77B8}"/>
                  </a:ext>
                </a:extLst>
              </p:cNvPr>
              <p:cNvCxnSpPr/>
              <p:nvPr/>
            </p:nvCxnSpPr>
            <p:spPr>
              <a:xfrm>
                <a:off x="3971805" y="4736556"/>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3" name="Straight Connector 3182">
                <a:extLst>
                  <a:ext uri="{FF2B5EF4-FFF2-40B4-BE49-F238E27FC236}">
                    <a16:creationId xmlns:a16="http://schemas.microsoft.com/office/drawing/2014/main" id="{06631052-41A0-2AC7-75B9-8369447A2E31}"/>
                  </a:ext>
                </a:extLst>
              </p:cNvPr>
              <p:cNvCxnSpPr/>
              <p:nvPr/>
            </p:nvCxnSpPr>
            <p:spPr>
              <a:xfrm>
                <a:off x="4144753" y="4726282"/>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4" name="Straight Connector 3183">
                <a:extLst>
                  <a:ext uri="{FF2B5EF4-FFF2-40B4-BE49-F238E27FC236}">
                    <a16:creationId xmlns:a16="http://schemas.microsoft.com/office/drawing/2014/main" id="{B572F3FF-7A67-06F8-71BD-69F3FE968F37}"/>
                  </a:ext>
                </a:extLst>
              </p:cNvPr>
              <p:cNvCxnSpPr/>
              <p:nvPr/>
            </p:nvCxnSpPr>
            <p:spPr>
              <a:xfrm>
                <a:off x="3971805" y="4796490"/>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5" name="Straight Connector 3184">
                <a:extLst>
                  <a:ext uri="{FF2B5EF4-FFF2-40B4-BE49-F238E27FC236}">
                    <a16:creationId xmlns:a16="http://schemas.microsoft.com/office/drawing/2014/main" id="{99EB2D36-8D9D-8975-7898-877A70EFC9F6}"/>
                  </a:ext>
                </a:extLst>
              </p:cNvPr>
              <p:cNvCxnSpPr/>
              <p:nvPr/>
            </p:nvCxnSpPr>
            <p:spPr>
              <a:xfrm>
                <a:off x="4144753" y="4781934"/>
                <a:ext cx="15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186" name="Oval 3185">
                <a:extLst>
                  <a:ext uri="{FF2B5EF4-FFF2-40B4-BE49-F238E27FC236}">
                    <a16:creationId xmlns:a16="http://schemas.microsoft.com/office/drawing/2014/main" id="{1CBA0A81-705D-3655-236E-7E75CE0F830A}"/>
                  </a:ext>
                </a:extLst>
              </p:cNvPr>
              <p:cNvSpPr/>
              <p:nvPr/>
            </p:nvSpPr>
            <p:spPr>
              <a:xfrm>
                <a:off x="2179032" y="3004577"/>
                <a:ext cx="192573" cy="10052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198" name="Straight Connector 3197">
                <a:extLst>
                  <a:ext uri="{FF2B5EF4-FFF2-40B4-BE49-F238E27FC236}">
                    <a16:creationId xmlns:a16="http://schemas.microsoft.com/office/drawing/2014/main" id="{62776F53-AF25-6DF6-4637-0EBF81284BFA}"/>
                  </a:ext>
                </a:extLst>
              </p:cNvPr>
              <p:cNvCxnSpPr>
                <a:cxnSpLocks/>
              </p:cNvCxnSpPr>
              <p:nvPr/>
            </p:nvCxnSpPr>
            <p:spPr>
              <a:xfrm flipH="1">
                <a:off x="2156132" y="3088512"/>
                <a:ext cx="47449" cy="1677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9" name="Straight Connector 3198">
                <a:extLst>
                  <a:ext uri="{FF2B5EF4-FFF2-40B4-BE49-F238E27FC236}">
                    <a16:creationId xmlns:a16="http://schemas.microsoft.com/office/drawing/2014/main" id="{88BF771B-C075-D403-A6B9-5953F7810D80}"/>
                  </a:ext>
                </a:extLst>
              </p:cNvPr>
              <p:cNvCxnSpPr>
                <a:cxnSpLocks/>
              </p:cNvCxnSpPr>
              <p:nvPr/>
            </p:nvCxnSpPr>
            <p:spPr>
              <a:xfrm>
                <a:off x="2253117" y="3088512"/>
                <a:ext cx="1673" cy="2258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0" name="Straight Connector 3199">
                <a:extLst>
                  <a:ext uri="{FF2B5EF4-FFF2-40B4-BE49-F238E27FC236}">
                    <a16:creationId xmlns:a16="http://schemas.microsoft.com/office/drawing/2014/main" id="{35CED6EA-28A3-4135-D63E-A4CDA32DCFC1}"/>
                  </a:ext>
                </a:extLst>
              </p:cNvPr>
              <p:cNvCxnSpPr>
                <a:cxnSpLocks/>
              </p:cNvCxnSpPr>
              <p:nvPr/>
            </p:nvCxnSpPr>
            <p:spPr>
              <a:xfrm>
                <a:off x="2295405" y="3090272"/>
                <a:ext cx="0" cy="229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1" name="Straight Connector 3200">
                <a:extLst>
                  <a:ext uri="{FF2B5EF4-FFF2-40B4-BE49-F238E27FC236}">
                    <a16:creationId xmlns:a16="http://schemas.microsoft.com/office/drawing/2014/main" id="{0A72E478-C743-9838-C87B-BB34ED772336}"/>
                  </a:ext>
                </a:extLst>
              </p:cNvPr>
              <p:cNvCxnSpPr>
                <a:cxnSpLocks/>
              </p:cNvCxnSpPr>
              <p:nvPr/>
            </p:nvCxnSpPr>
            <p:spPr>
              <a:xfrm>
                <a:off x="2339889" y="3087030"/>
                <a:ext cx="0" cy="2605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8" name="Straight Connector 3207">
                <a:extLst>
                  <a:ext uri="{FF2B5EF4-FFF2-40B4-BE49-F238E27FC236}">
                    <a16:creationId xmlns:a16="http://schemas.microsoft.com/office/drawing/2014/main" id="{899BD948-FF0A-0F8F-895C-9D4E09C7FB10}"/>
                  </a:ext>
                </a:extLst>
              </p:cNvPr>
              <p:cNvCxnSpPr>
                <a:cxnSpLocks/>
              </p:cNvCxnSpPr>
              <p:nvPr/>
            </p:nvCxnSpPr>
            <p:spPr>
              <a:xfrm>
                <a:off x="2371056" y="3074414"/>
                <a:ext cx="30848" cy="2467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1" name="Straight Connector 3210">
                <a:extLst>
                  <a:ext uri="{FF2B5EF4-FFF2-40B4-BE49-F238E27FC236}">
                    <a16:creationId xmlns:a16="http://schemas.microsoft.com/office/drawing/2014/main" id="{A7E03406-8C30-8AA6-FE08-05BAEE1BB296}"/>
                  </a:ext>
                </a:extLst>
              </p:cNvPr>
              <p:cNvCxnSpPr>
                <a:cxnSpLocks/>
              </p:cNvCxnSpPr>
              <p:nvPr/>
            </p:nvCxnSpPr>
            <p:spPr>
              <a:xfrm flipH="1">
                <a:off x="2199526" y="3119369"/>
                <a:ext cx="47449" cy="1677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3" name="Straight Connector 3212">
                <a:extLst>
                  <a:ext uri="{FF2B5EF4-FFF2-40B4-BE49-F238E27FC236}">
                    <a16:creationId xmlns:a16="http://schemas.microsoft.com/office/drawing/2014/main" id="{79D3B3A1-D323-4415-67ED-DD1ED6421703}"/>
                  </a:ext>
                </a:extLst>
              </p:cNvPr>
              <p:cNvCxnSpPr>
                <a:stCxn id="45" idx="0"/>
              </p:cNvCxnSpPr>
              <p:nvPr/>
            </p:nvCxnSpPr>
            <p:spPr>
              <a:xfrm flipV="1">
                <a:off x="3242645" y="2322986"/>
                <a:ext cx="0" cy="7405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14" name="Rectangle 3213">
                <a:extLst>
                  <a:ext uri="{FF2B5EF4-FFF2-40B4-BE49-F238E27FC236}">
                    <a16:creationId xmlns:a16="http://schemas.microsoft.com/office/drawing/2014/main" id="{1FB565B7-AAEA-4A58-50C3-3D4ADC9D439E}"/>
                  </a:ext>
                </a:extLst>
              </p:cNvPr>
              <p:cNvSpPr/>
              <p:nvPr/>
            </p:nvSpPr>
            <p:spPr>
              <a:xfrm>
                <a:off x="2919077" y="1637228"/>
                <a:ext cx="685800" cy="685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15" name="Oval 3214">
                <a:extLst>
                  <a:ext uri="{FF2B5EF4-FFF2-40B4-BE49-F238E27FC236}">
                    <a16:creationId xmlns:a16="http://schemas.microsoft.com/office/drawing/2014/main" id="{1FE92F44-75B9-46AD-1EA8-EB1EABC1E0A8}"/>
                  </a:ext>
                </a:extLst>
              </p:cNvPr>
              <p:cNvSpPr/>
              <p:nvPr/>
            </p:nvSpPr>
            <p:spPr>
              <a:xfrm>
                <a:off x="2995277" y="1712850"/>
                <a:ext cx="523220" cy="52322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17" name="Straight Arrow Connector 3216">
                <a:extLst>
                  <a:ext uri="{FF2B5EF4-FFF2-40B4-BE49-F238E27FC236}">
                    <a16:creationId xmlns:a16="http://schemas.microsoft.com/office/drawing/2014/main" id="{8DECE0FB-DC84-47FF-DF05-23ACC2CAB66A}"/>
                  </a:ext>
                </a:extLst>
              </p:cNvPr>
              <p:cNvCxnSpPr/>
              <p:nvPr/>
            </p:nvCxnSpPr>
            <p:spPr>
              <a:xfrm flipH="1">
                <a:off x="3179951" y="1865828"/>
                <a:ext cx="152400" cy="2286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18" name="Partial Circle 3217">
                <a:extLst>
                  <a:ext uri="{FF2B5EF4-FFF2-40B4-BE49-F238E27FC236}">
                    <a16:creationId xmlns:a16="http://schemas.microsoft.com/office/drawing/2014/main" id="{C88D485C-BE10-B487-7720-583E43BDA194}"/>
                  </a:ext>
                </a:extLst>
              </p:cNvPr>
              <p:cNvSpPr/>
              <p:nvPr/>
            </p:nvSpPr>
            <p:spPr>
              <a:xfrm flipV="1">
                <a:off x="1087693" y="2323314"/>
                <a:ext cx="381000" cy="381000"/>
              </a:xfrm>
              <a:prstGeom prst="pie">
                <a:avLst>
                  <a:gd name="adj1" fmla="val 0"/>
                  <a:gd name="adj2" fmla="val 1075640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3220" name="Straight Connector 3219">
                <a:extLst>
                  <a:ext uri="{FF2B5EF4-FFF2-40B4-BE49-F238E27FC236}">
                    <a16:creationId xmlns:a16="http://schemas.microsoft.com/office/drawing/2014/main" id="{2E917CA3-C4BB-3460-4A8E-ACE741EAF370}"/>
                  </a:ext>
                </a:extLst>
              </p:cNvPr>
              <p:cNvCxnSpPr>
                <a:stCxn id="3218" idx="1"/>
              </p:cNvCxnSpPr>
              <p:nvPr/>
            </p:nvCxnSpPr>
            <p:spPr>
              <a:xfrm flipH="1" flipV="1">
                <a:off x="1269242" y="1941986"/>
                <a:ext cx="0" cy="3813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4" name="Straight Connector 3223">
                <a:extLst>
                  <a:ext uri="{FF2B5EF4-FFF2-40B4-BE49-F238E27FC236}">
                    <a16:creationId xmlns:a16="http://schemas.microsoft.com/office/drawing/2014/main" id="{02E2D68C-516A-F07B-2791-FD3385B8117B}"/>
                  </a:ext>
                </a:extLst>
              </p:cNvPr>
              <p:cNvCxnSpPr>
                <a:cxnSpLocks/>
                <a:stCxn id="3214" idx="1"/>
              </p:cNvCxnSpPr>
              <p:nvPr/>
            </p:nvCxnSpPr>
            <p:spPr>
              <a:xfrm flipH="1" flipV="1">
                <a:off x="1269242" y="1941986"/>
                <a:ext cx="16498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26" name="TextBox 3225">
                <a:extLst>
                  <a:ext uri="{FF2B5EF4-FFF2-40B4-BE49-F238E27FC236}">
                    <a16:creationId xmlns:a16="http://schemas.microsoft.com/office/drawing/2014/main" id="{EBD6A366-81D1-44D8-5417-CB8C9A126680}"/>
                  </a:ext>
                </a:extLst>
              </p:cNvPr>
              <p:cNvSpPr txBox="1"/>
              <p:nvPr/>
            </p:nvSpPr>
            <p:spPr>
              <a:xfrm>
                <a:off x="271994" y="2900320"/>
                <a:ext cx="88691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Inflow</a:t>
                </a:r>
                <a:endParaRPr lang="en-IN" dirty="0">
                  <a:latin typeface="Times New Roman" panose="02020603050405020304" pitchFamily="18" charset="0"/>
                  <a:cs typeface="Times New Roman" panose="02020603050405020304" pitchFamily="18" charset="0"/>
                </a:endParaRPr>
              </a:p>
            </p:txBody>
          </p:sp>
          <p:cxnSp>
            <p:nvCxnSpPr>
              <p:cNvPr id="3228" name="Straight Arrow Connector 3227">
                <a:extLst>
                  <a:ext uri="{FF2B5EF4-FFF2-40B4-BE49-F238E27FC236}">
                    <a16:creationId xmlns:a16="http://schemas.microsoft.com/office/drawing/2014/main" id="{0E5DA4CF-4614-8288-9261-0A42853D6ACD}"/>
                  </a:ext>
                </a:extLst>
              </p:cNvPr>
              <p:cNvCxnSpPr/>
              <p:nvPr/>
            </p:nvCxnSpPr>
            <p:spPr>
              <a:xfrm flipV="1">
                <a:off x="227184" y="2818286"/>
                <a:ext cx="294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29" name="Straight Arrow Connector 3228">
                <a:extLst>
                  <a:ext uri="{FF2B5EF4-FFF2-40B4-BE49-F238E27FC236}">
                    <a16:creationId xmlns:a16="http://schemas.microsoft.com/office/drawing/2014/main" id="{C6FE1C0C-74C4-55B3-8FC5-EF2ECAAF0F80}"/>
                  </a:ext>
                </a:extLst>
              </p:cNvPr>
              <p:cNvCxnSpPr/>
              <p:nvPr/>
            </p:nvCxnSpPr>
            <p:spPr>
              <a:xfrm flipV="1">
                <a:off x="5262153" y="4784380"/>
                <a:ext cx="2948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30" name="TextBox 3229">
                <a:extLst>
                  <a:ext uri="{FF2B5EF4-FFF2-40B4-BE49-F238E27FC236}">
                    <a16:creationId xmlns:a16="http://schemas.microsoft.com/office/drawing/2014/main" id="{264036DF-4967-C182-DB4F-85D41A017E5D}"/>
                  </a:ext>
                </a:extLst>
              </p:cNvPr>
              <p:cNvSpPr txBox="1"/>
              <p:nvPr/>
            </p:nvSpPr>
            <p:spPr>
              <a:xfrm>
                <a:off x="4876101" y="4851481"/>
                <a:ext cx="113355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Outflow</a:t>
                </a:r>
                <a:endParaRPr lang="en-IN" dirty="0">
                  <a:latin typeface="Times New Roman" panose="02020603050405020304" pitchFamily="18" charset="0"/>
                  <a:cs typeface="Times New Roman" panose="02020603050405020304" pitchFamily="18" charset="0"/>
                </a:endParaRPr>
              </a:p>
            </p:txBody>
          </p:sp>
          <p:sp>
            <p:nvSpPr>
              <p:cNvPr id="3231" name="TextBox 3230">
                <a:extLst>
                  <a:ext uri="{FF2B5EF4-FFF2-40B4-BE49-F238E27FC236}">
                    <a16:creationId xmlns:a16="http://schemas.microsoft.com/office/drawing/2014/main" id="{EF35FE96-BE75-EFA7-EDB3-B23736EBDCD2}"/>
                  </a:ext>
                </a:extLst>
              </p:cNvPr>
              <p:cNvSpPr txBox="1"/>
              <p:nvPr/>
            </p:nvSpPr>
            <p:spPr>
              <a:xfrm>
                <a:off x="270983" y="1388340"/>
                <a:ext cx="1199839"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Pneumatic </a:t>
                </a:r>
              </a:p>
              <a:p>
                <a:r>
                  <a:rPr lang="en-US" dirty="0">
                    <a:latin typeface="Times New Roman" panose="02020603050405020304" pitchFamily="18" charset="0"/>
                    <a:cs typeface="Times New Roman" panose="02020603050405020304" pitchFamily="18" charset="0"/>
                  </a:rPr>
                  <a:t>Valve</a:t>
                </a:r>
                <a:endParaRPr lang="en-IN" dirty="0">
                  <a:latin typeface="Times New Roman" panose="02020603050405020304" pitchFamily="18" charset="0"/>
                  <a:cs typeface="Times New Roman" panose="02020603050405020304" pitchFamily="18" charset="0"/>
                </a:endParaRPr>
              </a:p>
            </p:txBody>
          </p:sp>
          <p:cxnSp>
            <p:nvCxnSpPr>
              <p:cNvPr id="3233" name="Straight Arrow Connector 3232">
                <a:extLst>
                  <a:ext uri="{FF2B5EF4-FFF2-40B4-BE49-F238E27FC236}">
                    <a16:creationId xmlns:a16="http://schemas.microsoft.com/office/drawing/2014/main" id="{B51907F6-E244-7E9F-3AAA-24EC2B993521}"/>
                  </a:ext>
                </a:extLst>
              </p:cNvPr>
              <p:cNvCxnSpPr>
                <a:stCxn id="3231" idx="2"/>
              </p:cNvCxnSpPr>
              <p:nvPr/>
            </p:nvCxnSpPr>
            <p:spPr>
              <a:xfrm>
                <a:off x="870903" y="2034671"/>
                <a:ext cx="205313" cy="2883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34" name="TextBox 3233">
                <a:extLst>
                  <a:ext uri="{FF2B5EF4-FFF2-40B4-BE49-F238E27FC236}">
                    <a16:creationId xmlns:a16="http://schemas.microsoft.com/office/drawing/2014/main" id="{94F55E3F-B665-3B92-B3E3-34D9558AB352}"/>
                  </a:ext>
                </a:extLst>
              </p:cNvPr>
              <p:cNvSpPr txBox="1"/>
              <p:nvPr/>
            </p:nvSpPr>
            <p:spPr>
              <a:xfrm>
                <a:off x="2711990" y="1256186"/>
                <a:ext cx="1143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Controller</a:t>
                </a:r>
                <a:endParaRPr lang="en-IN" dirty="0">
                  <a:latin typeface="Times New Roman" panose="02020603050405020304" pitchFamily="18" charset="0"/>
                  <a:cs typeface="Times New Roman" panose="02020603050405020304" pitchFamily="18" charset="0"/>
                </a:endParaRPr>
              </a:p>
            </p:txBody>
          </p:sp>
        </p:grpSp>
        <p:sp>
          <p:nvSpPr>
            <p:cNvPr id="3266" name="TextBox 3265">
              <a:extLst>
                <a:ext uri="{FF2B5EF4-FFF2-40B4-BE49-F238E27FC236}">
                  <a16:creationId xmlns:a16="http://schemas.microsoft.com/office/drawing/2014/main" id="{9EF1BC58-9B26-7B41-3162-2B27BBA3B822}"/>
                </a:ext>
              </a:extLst>
            </p:cNvPr>
            <p:cNvSpPr txBox="1"/>
            <p:nvPr/>
          </p:nvSpPr>
          <p:spPr>
            <a:xfrm>
              <a:off x="2042319" y="5334000"/>
              <a:ext cx="1905000" cy="38100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Water Tank</a:t>
              </a:r>
              <a:endParaRPr lang="en-IN" dirty="0">
                <a:latin typeface="Times New Roman" panose="02020603050405020304" pitchFamily="18" charset="0"/>
                <a:cs typeface="Times New Roman" panose="02020603050405020304" pitchFamily="18" charset="0"/>
              </a:endParaRPr>
            </a:p>
          </p:txBody>
        </p:sp>
      </p:grpSp>
      <p:sp>
        <p:nvSpPr>
          <p:cNvPr id="3270" name="TextBox 3269">
            <a:extLst>
              <a:ext uri="{FF2B5EF4-FFF2-40B4-BE49-F238E27FC236}">
                <a16:creationId xmlns:a16="http://schemas.microsoft.com/office/drawing/2014/main" id="{8CFA0768-A71F-6186-13ED-6A24086793EA}"/>
              </a:ext>
            </a:extLst>
          </p:cNvPr>
          <p:cNvSpPr txBox="1"/>
          <p:nvPr/>
        </p:nvSpPr>
        <p:spPr>
          <a:xfrm>
            <a:off x="496837" y="6249828"/>
            <a:ext cx="5896589" cy="230832"/>
          </a:xfrm>
          <a:prstGeom prst="rect">
            <a:avLst/>
          </a:prstGeom>
          <a:noFill/>
        </p:spPr>
        <p:txBody>
          <a:bodyPr wrap="square" rtlCol="0">
            <a:spAutoFit/>
          </a:bodyPr>
          <a:lstStyle/>
          <a:p>
            <a:r>
              <a:rPr lang="en-US" sz="900" dirty="0"/>
              <a:t>Reference: Modern Control Engineering by K. Ogata</a:t>
            </a:r>
            <a:endParaRPr lang="en-IN" sz="900" dirty="0"/>
          </a:p>
        </p:txBody>
      </p:sp>
      <p:sp>
        <p:nvSpPr>
          <p:cNvPr id="6" name="TextBox 5">
            <a:extLst>
              <a:ext uri="{FF2B5EF4-FFF2-40B4-BE49-F238E27FC236}">
                <a16:creationId xmlns:a16="http://schemas.microsoft.com/office/drawing/2014/main" id="{7C56B3AA-2265-EF2B-4537-D96B1DF41540}"/>
              </a:ext>
            </a:extLst>
          </p:cNvPr>
          <p:cNvSpPr txBox="1"/>
          <p:nvPr/>
        </p:nvSpPr>
        <p:spPr>
          <a:xfrm>
            <a:off x="6538119" y="3962400"/>
            <a:ext cx="472386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Block Diagram of human-operated liquid level control system</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732B69F-6D7B-F425-EDAA-0BA11F12FD7D}"/>
              </a:ext>
            </a:extLst>
          </p:cNvPr>
          <p:cNvSpPr txBox="1"/>
          <p:nvPr/>
        </p:nvSpPr>
        <p:spPr>
          <a:xfrm>
            <a:off x="1661478" y="5672545"/>
            <a:ext cx="22860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Liquid Level System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381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3200" dirty="0">
                <a:solidFill>
                  <a:srgbClr val="FF0000"/>
                </a:solidFill>
              </a:rPr>
              <a:t>HOW TO DRAW BLOCK DIAGRAM ?</a:t>
            </a:r>
          </a:p>
        </p:txBody>
      </p:sp>
      <p:sp>
        <p:nvSpPr>
          <p:cNvPr id="7" name="Content Placeholder 6"/>
          <p:cNvSpPr>
            <a:spLocks noGrp="1"/>
          </p:cNvSpPr>
          <p:nvPr>
            <p:ph idx="1"/>
          </p:nvPr>
        </p:nvSpPr>
        <p:spPr>
          <a:xfrm>
            <a:off x="202698" y="1295400"/>
            <a:ext cx="11756443" cy="4953000"/>
          </a:xfrm>
        </p:spPr>
        <p:txBody>
          <a:bodyPr/>
          <a:lstStyle/>
          <a:p>
            <a:pPr algn="just">
              <a:buNone/>
            </a:pPr>
            <a:r>
              <a:rPr lang="en-US" dirty="0"/>
              <a:t>Draw the block diagram of the given circuit.</a:t>
            </a:r>
          </a:p>
          <a:p>
            <a:pPr algn="just">
              <a:buNone/>
            </a:pPr>
            <a:endParaRPr lang="en-US"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15</a:t>
            </a:fld>
            <a:endParaRPr lang="en-US"/>
          </a:p>
        </p:txBody>
      </p:sp>
      <p:grpSp>
        <p:nvGrpSpPr>
          <p:cNvPr id="33793" name="Group 1"/>
          <p:cNvGrpSpPr>
            <a:grpSpLocks/>
          </p:cNvGrpSpPr>
          <p:nvPr/>
        </p:nvGrpSpPr>
        <p:grpSpPr bwMode="auto">
          <a:xfrm>
            <a:off x="2229670" y="2743200"/>
            <a:ext cx="5282802" cy="381000"/>
            <a:chOff x="-3240" y="2700"/>
            <a:chExt cx="20016" cy="1440"/>
          </a:xfrm>
        </p:grpSpPr>
        <p:cxnSp>
          <p:nvCxnSpPr>
            <p:cNvPr id="33794" name="AutoShape 2"/>
            <p:cNvCxnSpPr>
              <a:cxnSpLocks noChangeShapeType="1"/>
            </p:cNvCxnSpPr>
            <p:nvPr/>
          </p:nvCxnSpPr>
          <p:spPr bwMode="auto">
            <a:xfrm flipV="1">
              <a:off x="3240" y="2700"/>
              <a:ext cx="360" cy="720"/>
            </a:xfrm>
            <a:prstGeom prst="straightConnector1">
              <a:avLst/>
            </a:prstGeom>
            <a:noFill/>
            <a:ln w="22225">
              <a:solidFill>
                <a:schemeClr val="tx1"/>
              </a:solidFill>
              <a:round/>
              <a:headEnd/>
              <a:tailEnd/>
            </a:ln>
          </p:spPr>
        </p:cxnSp>
        <p:cxnSp>
          <p:nvCxnSpPr>
            <p:cNvPr id="33795" name="AutoShape 3"/>
            <p:cNvCxnSpPr>
              <a:cxnSpLocks noChangeShapeType="1"/>
            </p:cNvCxnSpPr>
            <p:nvPr/>
          </p:nvCxnSpPr>
          <p:spPr bwMode="auto">
            <a:xfrm>
              <a:off x="3600" y="2700"/>
              <a:ext cx="720" cy="1440"/>
            </a:xfrm>
            <a:prstGeom prst="straightConnector1">
              <a:avLst/>
            </a:prstGeom>
            <a:noFill/>
            <a:ln w="22225">
              <a:solidFill>
                <a:schemeClr val="tx1"/>
              </a:solidFill>
              <a:round/>
              <a:headEnd/>
              <a:tailEnd/>
            </a:ln>
          </p:spPr>
        </p:cxnSp>
        <p:cxnSp>
          <p:nvCxnSpPr>
            <p:cNvPr id="33796" name="AutoShape 4"/>
            <p:cNvCxnSpPr>
              <a:cxnSpLocks noChangeShapeType="1"/>
            </p:cNvCxnSpPr>
            <p:nvPr/>
          </p:nvCxnSpPr>
          <p:spPr bwMode="auto">
            <a:xfrm flipV="1">
              <a:off x="4320" y="2700"/>
              <a:ext cx="720" cy="1440"/>
            </a:xfrm>
            <a:prstGeom prst="straightConnector1">
              <a:avLst/>
            </a:prstGeom>
            <a:noFill/>
            <a:ln w="22225">
              <a:solidFill>
                <a:schemeClr val="tx1"/>
              </a:solidFill>
              <a:round/>
              <a:headEnd/>
              <a:tailEnd/>
            </a:ln>
          </p:spPr>
        </p:cxnSp>
        <p:cxnSp>
          <p:nvCxnSpPr>
            <p:cNvPr id="33797" name="AutoShape 5"/>
            <p:cNvCxnSpPr>
              <a:cxnSpLocks noChangeShapeType="1"/>
            </p:cNvCxnSpPr>
            <p:nvPr/>
          </p:nvCxnSpPr>
          <p:spPr bwMode="auto">
            <a:xfrm flipH="1" flipV="1">
              <a:off x="5040" y="2700"/>
              <a:ext cx="720" cy="1440"/>
            </a:xfrm>
            <a:prstGeom prst="straightConnector1">
              <a:avLst/>
            </a:prstGeom>
            <a:noFill/>
            <a:ln w="22225">
              <a:solidFill>
                <a:schemeClr val="tx1"/>
              </a:solidFill>
              <a:round/>
              <a:headEnd/>
              <a:tailEnd/>
            </a:ln>
          </p:spPr>
        </p:cxnSp>
        <p:cxnSp>
          <p:nvCxnSpPr>
            <p:cNvPr id="33798" name="AutoShape 6"/>
            <p:cNvCxnSpPr>
              <a:cxnSpLocks noChangeShapeType="1"/>
            </p:cNvCxnSpPr>
            <p:nvPr/>
          </p:nvCxnSpPr>
          <p:spPr bwMode="auto">
            <a:xfrm flipH="1">
              <a:off x="5760" y="2700"/>
              <a:ext cx="720" cy="1440"/>
            </a:xfrm>
            <a:prstGeom prst="straightConnector1">
              <a:avLst/>
            </a:prstGeom>
            <a:noFill/>
            <a:ln w="22225">
              <a:solidFill>
                <a:schemeClr val="tx1"/>
              </a:solidFill>
              <a:round/>
              <a:headEnd/>
              <a:tailEnd/>
            </a:ln>
          </p:spPr>
        </p:cxnSp>
        <p:cxnSp>
          <p:nvCxnSpPr>
            <p:cNvPr id="33799" name="AutoShape 7"/>
            <p:cNvCxnSpPr>
              <a:cxnSpLocks noChangeShapeType="1"/>
            </p:cNvCxnSpPr>
            <p:nvPr/>
          </p:nvCxnSpPr>
          <p:spPr bwMode="auto">
            <a:xfrm flipH="1" flipV="1">
              <a:off x="6480" y="2700"/>
              <a:ext cx="720" cy="1440"/>
            </a:xfrm>
            <a:prstGeom prst="straightConnector1">
              <a:avLst/>
            </a:prstGeom>
            <a:noFill/>
            <a:ln w="22225">
              <a:solidFill>
                <a:schemeClr val="tx1"/>
              </a:solidFill>
              <a:round/>
              <a:headEnd/>
              <a:tailEnd/>
            </a:ln>
          </p:spPr>
        </p:cxnSp>
        <p:cxnSp>
          <p:nvCxnSpPr>
            <p:cNvPr id="33800" name="AutoShape 8"/>
            <p:cNvCxnSpPr>
              <a:cxnSpLocks noChangeShapeType="1"/>
            </p:cNvCxnSpPr>
            <p:nvPr/>
          </p:nvCxnSpPr>
          <p:spPr bwMode="auto">
            <a:xfrm>
              <a:off x="2520" y="3420"/>
              <a:ext cx="720" cy="0"/>
            </a:xfrm>
            <a:prstGeom prst="straightConnector1">
              <a:avLst/>
            </a:prstGeom>
            <a:noFill/>
            <a:ln w="22225">
              <a:solidFill>
                <a:schemeClr val="tx1"/>
              </a:solidFill>
              <a:round/>
              <a:headEnd/>
              <a:tailEnd/>
            </a:ln>
          </p:spPr>
        </p:cxnSp>
        <p:cxnSp>
          <p:nvCxnSpPr>
            <p:cNvPr id="33801" name="AutoShape 9"/>
            <p:cNvCxnSpPr>
              <a:cxnSpLocks noChangeShapeType="1"/>
            </p:cNvCxnSpPr>
            <p:nvPr/>
          </p:nvCxnSpPr>
          <p:spPr bwMode="auto">
            <a:xfrm flipV="1">
              <a:off x="3240" y="2700"/>
              <a:ext cx="360" cy="720"/>
            </a:xfrm>
            <a:prstGeom prst="straightConnector1">
              <a:avLst/>
            </a:prstGeom>
            <a:noFill/>
            <a:ln w="22225">
              <a:solidFill>
                <a:schemeClr val="tx1"/>
              </a:solidFill>
              <a:round/>
              <a:headEnd/>
              <a:tailEnd/>
            </a:ln>
          </p:spPr>
        </p:cxnSp>
        <p:cxnSp>
          <p:nvCxnSpPr>
            <p:cNvPr id="33802" name="AutoShape 10"/>
            <p:cNvCxnSpPr>
              <a:cxnSpLocks noChangeShapeType="1"/>
            </p:cNvCxnSpPr>
            <p:nvPr/>
          </p:nvCxnSpPr>
          <p:spPr bwMode="auto">
            <a:xfrm>
              <a:off x="3600" y="2700"/>
              <a:ext cx="720" cy="1440"/>
            </a:xfrm>
            <a:prstGeom prst="straightConnector1">
              <a:avLst/>
            </a:prstGeom>
            <a:noFill/>
            <a:ln w="22225">
              <a:solidFill>
                <a:schemeClr val="tx1"/>
              </a:solidFill>
              <a:round/>
              <a:headEnd/>
              <a:tailEnd/>
            </a:ln>
          </p:spPr>
        </p:cxnSp>
        <p:cxnSp>
          <p:nvCxnSpPr>
            <p:cNvPr id="33803" name="AutoShape 11"/>
            <p:cNvCxnSpPr>
              <a:cxnSpLocks noChangeShapeType="1"/>
            </p:cNvCxnSpPr>
            <p:nvPr/>
          </p:nvCxnSpPr>
          <p:spPr bwMode="auto">
            <a:xfrm>
              <a:off x="-3240" y="3420"/>
              <a:ext cx="6451" cy="0"/>
            </a:xfrm>
            <a:prstGeom prst="straightConnector1">
              <a:avLst/>
            </a:prstGeom>
            <a:noFill/>
            <a:ln w="22225">
              <a:solidFill>
                <a:schemeClr val="tx1"/>
              </a:solidFill>
              <a:round/>
              <a:headEnd type="oval"/>
              <a:tailEnd/>
            </a:ln>
          </p:spPr>
        </p:cxnSp>
        <p:cxnSp>
          <p:nvCxnSpPr>
            <p:cNvPr id="33804" name="AutoShape 12"/>
            <p:cNvCxnSpPr>
              <a:cxnSpLocks noChangeShapeType="1"/>
            </p:cNvCxnSpPr>
            <p:nvPr/>
          </p:nvCxnSpPr>
          <p:spPr bwMode="auto">
            <a:xfrm flipV="1">
              <a:off x="7200" y="3420"/>
              <a:ext cx="360" cy="720"/>
            </a:xfrm>
            <a:prstGeom prst="straightConnector1">
              <a:avLst/>
            </a:prstGeom>
            <a:noFill/>
            <a:ln w="22225">
              <a:solidFill>
                <a:schemeClr val="tx1"/>
              </a:solidFill>
              <a:round/>
              <a:headEnd/>
              <a:tailEnd/>
            </a:ln>
          </p:spPr>
        </p:cxnSp>
        <p:cxnSp>
          <p:nvCxnSpPr>
            <p:cNvPr id="33805" name="AutoShape 13"/>
            <p:cNvCxnSpPr>
              <a:cxnSpLocks noChangeShapeType="1"/>
            </p:cNvCxnSpPr>
            <p:nvPr/>
          </p:nvCxnSpPr>
          <p:spPr bwMode="auto">
            <a:xfrm>
              <a:off x="7560" y="3420"/>
              <a:ext cx="9216" cy="0"/>
            </a:xfrm>
            <a:prstGeom prst="straightConnector1">
              <a:avLst/>
            </a:prstGeom>
            <a:noFill/>
            <a:ln w="22225">
              <a:solidFill>
                <a:schemeClr val="tx1"/>
              </a:solidFill>
              <a:round/>
              <a:headEnd/>
              <a:tailEnd type="oval"/>
            </a:ln>
          </p:spPr>
        </p:cxnSp>
      </p:grpSp>
      <p:grpSp>
        <p:nvGrpSpPr>
          <p:cNvPr id="33806" name="Group 14"/>
          <p:cNvGrpSpPr>
            <a:grpSpLocks noChangeAspect="1"/>
          </p:cNvGrpSpPr>
          <p:nvPr/>
        </p:nvGrpSpPr>
        <p:grpSpPr bwMode="auto">
          <a:xfrm rot="5400000">
            <a:off x="5721842" y="3592370"/>
            <a:ext cx="1732397" cy="404641"/>
            <a:chOff x="-616" y="10440"/>
            <a:chExt cx="15127" cy="2347"/>
          </a:xfrm>
        </p:grpSpPr>
        <p:grpSp>
          <p:nvGrpSpPr>
            <p:cNvPr id="33807" name="Group 15"/>
            <p:cNvGrpSpPr>
              <a:grpSpLocks/>
            </p:cNvGrpSpPr>
            <p:nvPr/>
          </p:nvGrpSpPr>
          <p:grpSpPr bwMode="auto">
            <a:xfrm rot="16200000">
              <a:off x="3685" y="10164"/>
              <a:ext cx="1260" cy="1811"/>
              <a:chOff x="5220" y="9900"/>
              <a:chExt cx="900" cy="2160"/>
            </a:xfrm>
          </p:grpSpPr>
          <p:sp>
            <p:nvSpPr>
              <p:cNvPr id="33808" name="Arc 16"/>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09" name="Arc 17"/>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810" name="Group 18"/>
            <p:cNvGrpSpPr>
              <a:grpSpLocks/>
            </p:cNvGrpSpPr>
            <p:nvPr/>
          </p:nvGrpSpPr>
          <p:grpSpPr bwMode="auto">
            <a:xfrm rot="16200000">
              <a:off x="5040" y="9720"/>
              <a:ext cx="1260" cy="2700"/>
              <a:chOff x="5220" y="9900"/>
              <a:chExt cx="900" cy="2160"/>
            </a:xfrm>
          </p:grpSpPr>
          <p:sp>
            <p:nvSpPr>
              <p:cNvPr id="33811" name="Arc 19"/>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12" name="Arc 20"/>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813" name="Group 21"/>
            <p:cNvGrpSpPr>
              <a:grpSpLocks/>
            </p:cNvGrpSpPr>
            <p:nvPr/>
          </p:nvGrpSpPr>
          <p:grpSpPr bwMode="auto">
            <a:xfrm rot="16200000">
              <a:off x="6840" y="9720"/>
              <a:ext cx="1260" cy="2700"/>
              <a:chOff x="5220" y="9900"/>
              <a:chExt cx="900" cy="2160"/>
            </a:xfrm>
          </p:grpSpPr>
          <p:sp>
            <p:nvSpPr>
              <p:cNvPr id="33814" name="Arc 22"/>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15" name="Arc 23"/>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816" name="Group 24"/>
            <p:cNvGrpSpPr>
              <a:grpSpLocks/>
            </p:cNvGrpSpPr>
            <p:nvPr/>
          </p:nvGrpSpPr>
          <p:grpSpPr bwMode="auto">
            <a:xfrm rot="16200000">
              <a:off x="8191" y="10169"/>
              <a:ext cx="1257" cy="1800"/>
              <a:chOff x="5220" y="9900"/>
              <a:chExt cx="900" cy="2160"/>
            </a:xfrm>
          </p:grpSpPr>
          <p:sp>
            <p:nvSpPr>
              <p:cNvPr id="33817" name="Arc 25"/>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18" name="Arc 26"/>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grpSp>
        <p:cxnSp>
          <p:nvCxnSpPr>
            <p:cNvPr id="33819" name="AutoShape 27"/>
            <p:cNvCxnSpPr>
              <a:cxnSpLocks noChangeShapeType="1"/>
            </p:cNvCxnSpPr>
            <p:nvPr/>
          </p:nvCxnSpPr>
          <p:spPr bwMode="auto">
            <a:xfrm flipH="1">
              <a:off x="-616" y="11704"/>
              <a:ext cx="3992" cy="0"/>
            </a:xfrm>
            <a:prstGeom prst="straightConnector1">
              <a:avLst/>
            </a:prstGeom>
            <a:noFill/>
            <a:ln w="22225">
              <a:solidFill>
                <a:schemeClr val="tx1"/>
              </a:solidFill>
              <a:round/>
              <a:headEnd/>
              <a:tailEnd/>
            </a:ln>
          </p:spPr>
        </p:cxnSp>
        <p:cxnSp>
          <p:nvCxnSpPr>
            <p:cNvPr id="33820" name="AutoShape 28"/>
            <p:cNvCxnSpPr>
              <a:cxnSpLocks noChangeShapeType="1"/>
            </p:cNvCxnSpPr>
            <p:nvPr/>
          </p:nvCxnSpPr>
          <p:spPr bwMode="auto">
            <a:xfrm flipH="1">
              <a:off x="9720" y="11699"/>
              <a:ext cx="4791" cy="0"/>
            </a:xfrm>
            <a:prstGeom prst="straightConnector1">
              <a:avLst/>
            </a:prstGeom>
            <a:noFill/>
            <a:ln w="22225">
              <a:solidFill>
                <a:schemeClr val="tx1"/>
              </a:solidFill>
              <a:round/>
              <a:headEnd/>
              <a:tailEnd/>
            </a:ln>
          </p:spPr>
        </p:cxnSp>
        <p:grpSp>
          <p:nvGrpSpPr>
            <p:cNvPr id="33821" name="Group 29"/>
            <p:cNvGrpSpPr>
              <a:grpSpLocks/>
            </p:cNvGrpSpPr>
            <p:nvPr/>
          </p:nvGrpSpPr>
          <p:grpSpPr bwMode="auto">
            <a:xfrm rot="5400000">
              <a:off x="4231" y="11786"/>
              <a:ext cx="1079" cy="901"/>
              <a:chOff x="5220" y="9900"/>
              <a:chExt cx="900" cy="2160"/>
            </a:xfrm>
          </p:grpSpPr>
          <p:sp>
            <p:nvSpPr>
              <p:cNvPr id="33822" name="Arc 30"/>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23" name="Arc 31"/>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824" name="Group 32"/>
            <p:cNvGrpSpPr>
              <a:grpSpLocks/>
            </p:cNvGrpSpPr>
            <p:nvPr/>
          </p:nvGrpSpPr>
          <p:grpSpPr bwMode="auto">
            <a:xfrm rot="5400000">
              <a:off x="6031" y="11789"/>
              <a:ext cx="1079" cy="901"/>
              <a:chOff x="5220" y="9900"/>
              <a:chExt cx="900" cy="2160"/>
            </a:xfrm>
          </p:grpSpPr>
          <p:sp>
            <p:nvSpPr>
              <p:cNvPr id="33825" name="Arc 33"/>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26" name="Arc 34"/>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827" name="Group 35"/>
            <p:cNvGrpSpPr>
              <a:grpSpLocks/>
            </p:cNvGrpSpPr>
            <p:nvPr/>
          </p:nvGrpSpPr>
          <p:grpSpPr bwMode="auto">
            <a:xfrm rot="5400000">
              <a:off x="7831" y="11797"/>
              <a:ext cx="1079" cy="901"/>
              <a:chOff x="5220" y="9900"/>
              <a:chExt cx="900" cy="2160"/>
            </a:xfrm>
          </p:grpSpPr>
          <p:sp>
            <p:nvSpPr>
              <p:cNvPr id="33828" name="Arc 36"/>
              <p:cNvSpPr>
                <a:spLocks/>
              </p:cNvSpPr>
              <p:nvPr/>
            </p:nvSpPr>
            <p:spPr bwMode="auto">
              <a:xfrm>
                <a:off x="5220" y="990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29" name="Arc 37"/>
              <p:cNvSpPr>
                <a:spLocks/>
              </p:cNvSpPr>
              <p:nvPr/>
            </p:nvSpPr>
            <p:spPr bwMode="auto">
              <a:xfrm flipV="1">
                <a:off x="5220" y="10980"/>
                <a:ext cx="900" cy="10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cxnSp>
        <p:nvCxnSpPr>
          <p:cNvPr id="45" name="Straight Connector 44"/>
          <p:cNvCxnSpPr/>
          <p:nvPr/>
        </p:nvCxnSpPr>
        <p:spPr>
          <a:xfrm>
            <a:off x="2229670" y="4648200"/>
            <a:ext cx="5351209" cy="1588"/>
          </a:xfrm>
          <a:prstGeom prst="line">
            <a:avLst/>
          </a:prstGeom>
          <a:ln w="22225">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252119" y="2209800"/>
            <a:ext cx="533400" cy="523220"/>
          </a:xfrm>
          <a:prstGeom prst="rect">
            <a:avLst/>
          </a:prstGeom>
          <a:noFill/>
        </p:spPr>
        <p:txBody>
          <a:bodyPr wrap="square" rtlCol="0">
            <a:spAutoFit/>
          </a:bodyPr>
          <a:lstStyle/>
          <a:p>
            <a:r>
              <a:rPr lang="en-US" sz="2800" dirty="0">
                <a:latin typeface="Times New Roman" pitchFamily="18" charset="0"/>
                <a:cs typeface="Times New Roman" pitchFamily="18" charset="0"/>
              </a:rPr>
              <a:t>R</a:t>
            </a:r>
          </a:p>
        </p:txBody>
      </p:sp>
      <p:sp>
        <p:nvSpPr>
          <p:cNvPr id="47" name="TextBox 46"/>
          <p:cNvSpPr txBox="1"/>
          <p:nvPr/>
        </p:nvSpPr>
        <p:spPr>
          <a:xfrm>
            <a:off x="5910069" y="3476325"/>
            <a:ext cx="533400" cy="523220"/>
          </a:xfrm>
          <a:prstGeom prst="rect">
            <a:avLst/>
          </a:prstGeom>
          <a:noFill/>
        </p:spPr>
        <p:txBody>
          <a:bodyPr wrap="square" rtlCol="0">
            <a:spAutoFit/>
          </a:bodyPr>
          <a:lstStyle/>
          <a:p>
            <a:r>
              <a:rPr lang="en-US" sz="2800" dirty="0">
                <a:latin typeface="Times New Roman" pitchFamily="18" charset="0"/>
                <a:cs typeface="Times New Roman" pitchFamily="18" charset="0"/>
              </a:rPr>
              <a:t>L</a:t>
            </a:r>
          </a:p>
        </p:txBody>
      </p:sp>
      <p:sp>
        <p:nvSpPr>
          <p:cNvPr id="48" name="TextBox 47"/>
          <p:cNvSpPr txBox="1"/>
          <p:nvPr/>
        </p:nvSpPr>
        <p:spPr>
          <a:xfrm>
            <a:off x="7300119" y="3485150"/>
            <a:ext cx="685800" cy="461665"/>
          </a:xfrm>
          <a:prstGeom prst="rect">
            <a:avLst/>
          </a:prstGeom>
          <a:noFill/>
        </p:spPr>
        <p:txBody>
          <a:bodyPr wrap="square" rtlCol="0">
            <a:spAutoFit/>
          </a:bodyPr>
          <a:lstStyle/>
          <a:p>
            <a:r>
              <a:rPr lang="en-US" sz="2400" dirty="0">
                <a:latin typeface="Times New Roman" pitchFamily="18" charset="0"/>
                <a:cs typeface="Times New Roman" pitchFamily="18" charset="0"/>
              </a:rPr>
              <a:t>V</a:t>
            </a:r>
            <a:r>
              <a:rPr lang="en-US" sz="2400" baseline="-25000" dirty="0">
                <a:latin typeface="Times New Roman" pitchFamily="18" charset="0"/>
                <a:cs typeface="Times New Roman" pitchFamily="18" charset="0"/>
              </a:rPr>
              <a:t>o</a:t>
            </a:r>
          </a:p>
        </p:txBody>
      </p:sp>
      <p:sp>
        <p:nvSpPr>
          <p:cNvPr id="49" name="TextBox 48"/>
          <p:cNvSpPr txBox="1"/>
          <p:nvPr/>
        </p:nvSpPr>
        <p:spPr>
          <a:xfrm>
            <a:off x="1966119" y="3505200"/>
            <a:ext cx="685800" cy="461665"/>
          </a:xfrm>
          <a:prstGeom prst="rect">
            <a:avLst/>
          </a:prstGeom>
          <a:noFill/>
        </p:spPr>
        <p:txBody>
          <a:bodyPr wrap="square" rtlCol="0">
            <a:spAutoFit/>
          </a:bodyPr>
          <a:lstStyle/>
          <a:p>
            <a:r>
              <a:rPr lang="en-US" sz="2400" dirty="0">
                <a:latin typeface="Times New Roman" pitchFamily="18" charset="0"/>
                <a:cs typeface="Times New Roman" pitchFamily="18" charset="0"/>
              </a:rPr>
              <a:t>V</a:t>
            </a:r>
            <a:r>
              <a:rPr lang="en-US" sz="2400" baseline="-25000" dirty="0">
                <a:latin typeface="Times New Roman" pitchFamily="18" charset="0"/>
                <a:cs typeface="Times New Roman" pitchFamily="18" charset="0"/>
              </a:rPr>
              <a:t>i</a:t>
            </a:r>
          </a:p>
        </p:txBody>
      </p:sp>
      <p:grpSp>
        <p:nvGrpSpPr>
          <p:cNvPr id="57" name="Group 56"/>
          <p:cNvGrpSpPr>
            <a:grpSpLocks noChangeAspect="1"/>
          </p:cNvGrpSpPr>
          <p:nvPr/>
        </p:nvGrpSpPr>
        <p:grpSpPr>
          <a:xfrm>
            <a:off x="4556919" y="3581400"/>
            <a:ext cx="533400" cy="533400"/>
            <a:chOff x="8976519" y="2057400"/>
            <a:chExt cx="762000" cy="762000"/>
          </a:xfrm>
        </p:grpSpPr>
        <p:sp>
          <p:nvSpPr>
            <p:cNvPr id="55" name="Arc 54"/>
            <p:cNvSpPr/>
            <p:nvPr/>
          </p:nvSpPr>
          <p:spPr>
            <a:xfrm>
              <a:off x="8976519" y="2057400"/>
              <a:ext cx="762000" cy="762000"/>
            </a:xfrm>
            <a:prstGeom prst="arc">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Arc 55"/>
            <p:cNvSpPr/>
            <p:nvPr/>
          </p:nvSpPr>
          <p:spPr>
            <a:xfrm rot="5400000">
              <a:off x="8976519" y="2057400"/>
              <a:ext cx="762000" cy="762000"/>
            </a:xfrm>
            <a:prstGeom prst="arc">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8" name="TextBox 57"/>
          <p:cNvSpPr txBox="1"/>
          <p:nvPr/>
        </p:nvSpPr>
        <p:spPr>
          <a:xfrm>
            <a:off x="4709319" y="3657600"/>
            <a:ext cx="381000" cy="400110"/>
          </a:xfrm>
          <a:prstGeom prst="rect">
            <a:avLst/>
          </a:prstGeom>
          <a:noFill/>
        </p:spPr>
        <p:txBody>
          <a:bodyPr wrap="square" rtlCol="0">
            <a:spAutoFit/>
          </a:bodyPr>
          <a:lstStyle/>
          <a:p>
            <a:r>
              <a:rPr lang="en-US" sz="2000" dirty="0" err="1">
                <a:latin typeface="Times New Roman" pitchFamily="18" charset="0"/>
                <a:cs typeface="Times New Roman" pitchFamily="18" charset="0"/>
              </a:rPr>
              <a:t>i</a:t>
            </a:r>
            <a:endParaRPr lang="en-US" sz="20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698" y="228600"/>
            <a:ext cx="11756443" cy="6019800"/>
          </a:xfrm>
        </p:spPr>
        <p:txBody>
          <a:bodyPr/>
          <a:lstStyle/>
          <a:p>
            <a:pPr>
              <a:buNone/>
            </a:pPr>
            <a:r>
              <a:rPr lang="en-US" dirty="0"/>
              <a:t>Apply KVL</a:t>
            </a:r>
          </a:p>
          <a:p>
            <a:pPr>
              <a:buNone/>
            </a:pPr>
            <a:endParaRPr lang="en-US" dirty="0"/>
          </a:p>
          <a:p>
            <a:pPr>
              <a:buNone/>
            </a:pPr>
            <a:endParaRPr lang="en-US" dirty="0"/>
          </a:p>
          <a:p>
            <a:pPr>
              <a:buNone/>
            </a:pPr>
            <a:endParaRPr lang="en-US" dirty="0"/>
          </a:p>
          <a:p>
            <a:pPr>
              <a:buNone/>
            </a:pPr>
            <a:endParaRPr lang="en-US" dirty="0"/>
          </a:p>
          <a:p>
            <a:pPr>
              <a:buNone/>
            </a:pPr>
            <a:r>
              <a:rPr lang="en-US" dirty="0"/>
              <a:t>Laplace Transform of equations (1) &amp; (2) with initial condition zero.</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16</a:t>
            </a:fld>
            <a:endParaRPr lang="en-US"/>
          </a:p>
        </p:txBody>
      </p:sp>
      <p:graphicFrame>
        <p:nvGraphicFramePr>
          <p:cNvPr id="8" name="Object 7"/>
          <p:cNvGraphicFramePr>
            <a:graphicFrameLocks noChangeAspect="1"/>
          </p:cNvGraphicFramePr>
          <p:nvPr/>
        </p:nvGraphicFramePr>
        <p:xfrm>
          <a:off x="3040459" y="762000"/>
          <a:ext cx="6296285" cy="2133600"/>
        </p:xfrm>
        <a:graphic>
          <a:graphicData uri="http://schemas.openxmlformats.org/presentationml/2006/ole">
            <mc:AlternateContent xmlns:mc="http://schemas.openxmlformats.org/markup-compatibility/2006">
              <mc:Choice xmlns:v="urn:schemas-microsoft-com:vml" Requires="v">
                <p:oleObj name="Equation" r:id="rId2" imgW="1803240" imgH="812520" progId="Equation.3">
                  <p:embed/>
                </p:oleObj>
              </mc:Choice>
              <mc:Fallback>
                <p:oleObj name="Equation" r:id="rId2" imgW="1803240" imgH="81252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459" y="762000"/>
                        <a:ext cx="6296285"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2432368" y="4267200"/>
          <a:ext cx="7788830" cy="1905000"/>
        </p:xfrm>
        <a:graphic>
          <a:graphicData uri="http://schemas.openxmlformats.org/presentationml/2006/ole">
            <mc:AlternateContent xmlns:mc="http://schemas.openxmlformats.org/markup-compatibility/2006">
              <mc:Choice xmlns:v="urn:schemas-microsoft-com:vml" Requires="v">
                <p:oleObj name="Equation" r:id="rId4" imgW="2108160" imgH="685800" progId="Equation.3">
                  <p:embed/>
                </p:oleObj>
              </mc:Choice>
              <mc:Fallback>
                <p:oleObj name="Equation" r:id="rId4" imgW="2108160" imgH="68580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2368" y="4267200"/>
                        <a:ext cx="778883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2698" y="304800"/>
            <a:ext cx="11756443" cy="6096000"/>
          </a:xfrm>
        </p:spPr>
        <p:txBody>
          <a:bodyPr/>
          <a:lstStyle/>
          <a:p>
            <a:pPr>
              <a:buNone/>
            </a:pPr>
            <a:r>
              <a:rPr lang="en-US" dirty="0"/>
              <a:t>From equations (4) &amp; (5)</a:t>
            </a:r>
          </a:p>
          <a:p>
            <a:pPr>
              <a:buNone/>
            </a:pPr>
            <a:endParaRPr lang="en-US" dirty="0"/>
          </a:p>
          <a:p>
            <a:pPr>
              <a:buNone/>
            </a:pPr>
            <a:endParaRPr lang="en-US" dirty="0"/>
          </a:p>
          <a:p>
            <a:pPr>
              <a:buNone/>
            </a:pPr>
            <a:r>
              <a:rPr lang="en-US" dirty="0"/>
              <a:t>From fig.</a:t>
            </a:r>
          </a:p>
          <a:p>
            <a:pPr>
              <a:buNone/>
            </a:pPr>
            <a:endParaRPr lang="en-US" dirty="0"/>
          </a:p>
          <a:p>
            <a:pPr>
              <a:buNone/>
            </a:pPr>
            <a:endParaRPr lang="en-US" dirty="0"/>
          </a:p>
          <a:p>
            <a:pPr>
              <a:buNone/>
            </a:pPr>
            <a:endParaRPr lang="en-US" dirty="0"/>
          </a:p>
          <a:p>
            <a:pPr>
              <a:buNone/>
            </a:pPr>
            <a:r>
              <a:rPr lang="en-US" dirty="0"/>
              <a:t>Laplace transform of above equations</a:t>
            </a:r>
          </a:p>
          <a:p>
            <a:pPr>
              <a:buNone/>
            </a:pPr>
            <a:endParaRPr lang="en-US" dirty="0"/>
          </a:p>
        </p:txBody>
      </p:sp>
      <p:sp>
        <p:nvSpPr>
          <p:cNvPr id="5" name="Footer Placeholder 4"/>
          <p:cNvSpPr>
            <a:spLocks noGrp="1"/>
          </p:cNvSpPr>
          <p:nvPr>
            <p:ph type="ftr" sz="quarter" idx="11"/>
          </p:nvPr>
        </p:nvSpPr>
        <p:spPr/>
        <p:txBody>
          <a:bodyPr/>
          <a:lstStyle/>
          <a:p>
            <a:r>
              <a:rPr lang="en-US" dirty="0">
                <a:solidFill>
                  <a:schemeClr val="tx1"/>
                </a:solidFill>
              </a:rPr>
              <a:t>SYED HASAN SAEED</a:t>
            </a:r>
          </a:p>
        </p:txBody>
      </p:sp>
      <p:sp>
        <p:nvSpPr>
          <p:cNvPr id="6" name="Slide Number Placeholder 5"/>
          <p:cNvSpPr>
            <a:spLocks noGrp="1"/>
          </p:cNvSpPr>
          <p:nvPr>
            <p:ph type="sldNum" sz="quarter" idx="12"/>
          </p:nvPr>
        </p:nvSpPr>
        <p:spPr/>
        <p:txBody>
          <a:bodyPr/>
          <a:lstStyle/>
          <a:p>
            <a:fld id="{DFFB4172-2071-4B6D-9A3C-0848A49D4CBF}" type="slidenum">
              <a:rPr lang="en-US" smtClean="0"/>
              <a:pPr/>
              <a:t>17</a:t>
            </a:fld>
            <a:endParaRPr lang="en-US"/>
          </a:p>
        </p:txBody>
      </p:sp>
      <p:graphicFrame>
        <p:nvGraphicFramePr>
          <p:cNvPr id="7" name="Content Placeholder 6"/>
          <p:cNvGraphicFramePr>
            <a:graphicFrameLocks noGrp="1" noChangeAspect="1"/>
          </p:cNvGraphicFramePr>
          <p:nvPr>
            <p:ph sz="half" idx="4294967295"/>
          </p:nvPr>
        </p:nvGraphicFramePr>
        <p:xfrm>
          <a:off x="3040459" y="2514600"/>
          <a:ext cx="3895313" cy="1820562"/>
        </p:xfrm>
        <a:graphic>
          <a:graphicData uri="http://schemas.openxmlformats.org/presentationml/2006/ole">
            <mc:AlternateContent xmlns:mc="http://schemas.openxmlformats.org/markup-compatibility/2006">
              <mc:Choice xmlns:v="urn:schemas-microsoft-com:vml" Requires="v">
                <p:oleObj name="Equation" r:id="rId2" imgW="1168200" imgH="812520" progId="Equation.3">
                  <p:embed/>
                </p:oleObj>
              </mc:Choice>
              <mc:Fallback>
                <p:oleObj name="Equation" r:id="rId2" imgW="1168200" imgH="812520" progId="Equation.3">
                  <p:embed/>
                  <p:pic>
                    <p:nvPicPr>
                      <p:cNvPr id="0" name="Content Placeholder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459" y="2514600"/>
                        <a:ext cx="3895313" cy="1820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3040460" y="4876800"/>
          <a:ext cx="5032298" cy="1447800"/>
        </p:xfrm>
        <a:graphic>
          <a:graphicData uri="http://schemas.openxmlformats.org/presentationml/2006/ole">
            <mc:AlternateContent xmlns:mc="http://schemas.openxmlformats.org/markup-compatibility/2006">
              <mc:Choice xmlns:v="urn:schemas-microsoft-com:vml" Requires="v">
                <p:oleObj name="Equation" r:id="rId4" imgW="1930320" imgH="634680" progId="Equation.3">
                  <p:embed/>
                </p:oleObj>
              </mc:Choice>
              <mc:Fallback>
                <p:oleObj name="Equation" r:id="rId4" imgW="1930320" imgH="63468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0460" y="4876800"/>
                        <a:ext cx="5032298" cy="144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4053945" y="1066800"/>
          <a:ext cx="2906322" cy="990600"/>
        </p:xfrm>
        <a:graphic>
          <a:graphicData uri="http://schemas.openxmlformats.org/presentationml/2006/ole">
            <mc:AlternateContent xmlns:mc="http://schemas.openxmlformats.org/markup-compatibility/2006">
              <mc:Choice xmlns:v="urn:schemas-microsoft-com:vml" Requires="v">
                <p:oleObj name="Equation" r:id="rId6" imgW="952200" imgH="431640" progId="Equation.3">
                  <p:embed/>
                </p:oleObj>
              </mc:Choice>
              <mc:Fallback>
                <p:oleObj name="Equation" r:id="rId6" imgW="952200" imgH="43164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3945" y="1066800"/>
                        <a:ext cx="2906322"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8092" y="1609929"/>
            <a:ext cx="10945654" cy="4525963"/>
          </a:xfrm>
        </p:spPr>
        <p:txBody>
          <a:bodyPr/>
          <a:lstStyle/>
          <a:p>
            <a:pPr>
              <a:buNone/>
            </a:pPr>
            <a:endParaRPr lang="en-US" dirty="0"/>
          </a:p>
          <a:p>
            <a:pPr>
              <a:buNone/>
            </a:pPr>
            <a:endParaRPr lang="en-US" dirty="0"/>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a:buNone/>
            </a:pPr>
            <a:r>
              <a:rPr lang="en-US" sz="2000" dirty="0"/>
              <a:t>                                             </a:t>
            </a:r>
          </a:p>
          <a:p>
            <a:pPr>
              <a:buNone/>
            </a:pPr>
            <a:r>
              <a:rPr lang="en-US" sz="2000" dirty="0"/>
              <a:t>    </a:t>
            </a:r>
          </a:p>
          <a:p>
            <a:pPr>
              <a:buNone/>
            </a:pPr>
            <a:endParaRPr lang="en-US" sz="2000" dirty="0"/>
          </a:p>
          <a:p>
            <a:pPr>
              <a:buNone/>
            </a:pPr>
            <a:endParaRPr lang="en-US" sz="2000" dirty="0"/>
          </a:p>
          <a:p>
            <a:pPr>
              <a:buNone/>
            </a:pPr>
            <a:endParaRPr lang="en-US" sz="2000" dirty="0"/>
          </a:p>
          <a:p>
            <a:pPr>
              <a:buNone/>
            </a:pPr>
            <a:endParaRPr lang="en-US" sz="2000"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18</a:t>
            </a:fld>
            <a:endParaRPr lang="en-US"/>
          </a:p>
        </p:txBody>
      </p:sp>
      <p:grpSp>
        <p:nvGrpSpPr>
          <p:cNvPr id="29" name="Group 28"/>
          <p:cNvGrpSpPr/>
          <p:nvPr/>
        </p:nvGrpSpPr>
        <p:grpSpPr>
          <a:xfrm>
            <a:off x="2795793" y="3733800"/>
            <a:ext cx="6714126" cy="1409820"/>
            <a:chOff x="2423319" y="3867090"/>
            <a:chExt cx="6714126" cy="1409820"/>
          </a:xfrm>
        </p:grpSpPr>
        <p:grpSp>
          <p:nvGrpSpPr>
            <p:cNvPr id="16" name="Group 15"/>
            <p:cNvGrpSpPr/>
            <p:nvPr/>
          </p:nvGrpSpPr>
          <p:grpSpPr>
            <a:xfrm>
              <a:off x="2549783" y="3962400"/>
              <a:ext cx="6587662" cy="1305922"/>
              <a:chOff x="2533716" y="3124200"/>
              <a:chExt cx="6587662" cy="1305922"/>
            </a:xfrm>
          </p:grpSpPr>
          <p:sp>
            <p:nvSpPr>
              <p:cNvPr id="6" name="Oval 5"/>
              <p:cNvSpPr/>
              <p:nvPr/>
            </p:nvSpPr>
            <p:spPr>
              <a:xfrm>
                <a:off x="3344505" y="3124200"/>
                <a:ext cx="1013487" cy="762000"/>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stCxn id="6" idx="1"/>
                <a:endCxn id="6" idx="5"/>
              </p:cNvCxnSpPr>
              <p:nvPr/>
            </p:nvCxnSpPr>
            <p:spPr>
              <a:xfrm rot="16200000" flipH="1">
                <a:off x="3581841" y="3146878"/>
                <a:ext cx="538816" cy="7166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357992" y="3514928"/>
                <a:ext cx="1824276"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6182268" y="3133928"/>
                <a:ext cx="1621578" cy="7620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13" idx="3"/>
              </p:cNvCxnSpPr>
              <p:nvPr/>
            </p:nvCxnSpPr>
            <p:spPr>
              <a:xfrm>
                <a:off x="7803846" y="3514928"/>
                <a:ext cx="1317532"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flipH="1" flipV="1">
                <a:off x="3584549" y="4162366"/>
                <a:ext cx="533400" cy="2112"/>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6" idx="2"/>
              </p:cNvCxnSpPr>
              <p:nvPr/>
            </p:nvCxnSpPr>
            <p:spPr>
              <a:xfrm>
                <a:off x="2533716" y="3505200"/>
                <a:ext cx="810789"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6" idx="3"/>
                <a:endCxn id="6" idx="7"/>
              </p:cNvCxnSpPr>
              <p:nvPr/>
            </p:nvCxnSpPr>
            <p:spPr>
              <a:xfrm rot="5400000" flipH="1" flipV="1">
                <a:off x="3581841" y="3146878"/>
                <a:ext cx="538816" cy="7166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4556919" y="3867090"/>
              <a:ext cx="1447800" cy="400110"/>
            </a:xfrm>
            <a:prstGeom prst="rect">
              <a:avLst/>
            </a:prstGeom>
            <a:noFill/>
          </p:spPr>
          <p:txBody>
            <a:bodyPr wrap="square" rtlCol="0">
              <a:spAutoFit/>
            </a:bodyPr>
            <a:lstStyle/>
            <a:p>
              <a:r>
                <a:rPr lang="en-US" sz="2000" dirty="0"/>
                <a:t>V</a:t>
              </a:r>
              <a:r>
                <a:rPr lang="en-US" sz="2000" baseline="-25000" dirty="0"/>
                <a:t>i</a:t>
              </a:r>
              <a:r>
                <a:rPr lang="en-US" sz="2000" dirty="0"/>
                <a:t>(s) – V</a:t>
              </a:r>
              <a:r>
                <a:rPr lang="en-US" sz="2000" baseline="-25000" dirty="0"/>
                <a:t>O</a:t>
              </a:r>
              <a:r>
                <a:rPr lang="en-US" sz="2000" dirty="0"/>
                <a:t>(s)</a:t>
              </a:r>
            </a:p>
          </p:txBody>
        </p:sp>
        <p:sp>
          <p:nvSpPr>
            <p:cNvPr id="21" name="TextBox 20"/>
            <p:cNvSpPr txBox="1"/>
            <p:nvPr/>
          </p:nvSpPr>
          <p:spPr>
            <a:xfrm>
              <a:off x="3947319" y="4876800"/>
              <a:ext cx="838200" cy="400110"/>
            </a:xfrm>
            <a:prstGeom prst="rect">
              <a:avLst/>
            </a:prstGeom>
            <a:noFill/>
          </p:spPr>
          <p:txBody>
            <a:bodyPr wrap="square" rtlCol="0">
              <a:spAutoFit/>
            </a:bodyPr>
            <a:lstStyle/>
            <a:p>
              <a:r>
                <a:rPr lang="en-US" sz="2000" dirty="0"/>
                <a:t> V</a:t>
              </a:r>
              <a:r>
                <a:rPr lang="en-US" sz="2000" baseline="-25000" dirty="0"/>
                <a:t>O</a:t>
              </a:r>
              <a:r>
                <a:rPr lang="en-US" sz="2000" dirty="0"/>
                <a:t>(s)</a:t>
              </a:r>
            </a:p>
          </p:txBody>
        </p:sp>
        <p:sp>
          <p:nvSpPr>
            <p:cNvPr id="24" name="TextBox 23"/>
            <p:cNvSpPr txBox="1"/>
            <p:nvPr/>
          </p:nvSpPr>
          <p:spPr>
            <a:xfrm>
              <a:off x="2423319" y="3886200"/>
              <a:ext cx="838200" cy="400110"/>
            </a:xfrm>
            <a:prstGeom prst="rect">
              <a:avLst/>
            </a:prstGeom>
            <a:noFill/>
          </p:spPr>
          <p:txBody>
            <a:bodyPr wrap="square" rtlCol="0">
              <a:spAutoFit/>
            </a:bodyPr>
            <a:lstStyle/>
            <a:p>
              <a:r>
                <a:rPr lang="en-US" sz="2000" dirty="0"/>
                <a:t> V</a:t>
              </a:r>
              <a:r>
                <a:rPr lang="en-US" sz="2000" baseline="-25000" dirty="0"/>
                <a:t>i</a:t>
              </a:r>
              <a:r>
                <a:rPr lang="en-US" sz="2000" dirty="0"/>
                <a:t>(s)</a:t>
              </a:r>
            </a:p>
          </p:txBody>
        </p:sp>
        <p:sp>
          <p:nvSpPr>
            <p:cNvPr id="25" name="TextBox 24"/>
            <p:cNvSpPr txBox="1"/>
            <p:nvPr/>
          </p:nvSpPr>
          <p:spPr>
            <a:xfrm>
              <a:off x="6614319" y="4153712"/>
              <a:ext cx="838200" cy="400110"/>
            </a:xfrm>
            <a:prstGeom prst="rect">
              <a:avLst/>
            </a:prstGeom>
            <a:noFill/>
          </p:spPr>
          <p:txBody>
            <a:bodyPr wrap="square" rtlCol="0">
              <a:spAutoFit/>
            </a:bodyPr>
            <a:lstStyle/>
            <a:p>
              <a:r>
                <a:rPr lang="en-US" sz="2000" dirty="0"/>
                <a:t>1 / R</a:t>
              </a:r>
            </a:p>
          </p:txBody>
        </p:sp>
        <p:sp>
          <p:nvSpPr>
            <p:cNvPr id="26" name="TextBox 25"/>
            <p:cNvSpPr txBox="1"/>
            <p:nvPr/>
          </p:nvSpPr>
          <p:spPr>
            <a:xfrm>
              <a:off x="7985919" y="3943290"/>
              <a:ext cx="609600" cy="400110"/>
            </a:xfrm>
            <a:prstGeom prst="rect">
              <a:avLst/>
            </a:prstGeom>
            <a:noFill/>
          </p:spPr>
          <p:txBody>
            <a:bodyPr wrap="square" rtlCol="0">
              <a:spAutoFit/>
            </a:bodyPr>
            <a:lstStyle/>
            <a:p>
              <a:r>
                <a:rPr lang="en-US" sz="2000" dirty="0">
                  <a:cs typeface="Times New Roman" pitchFamily="18" charset="0"/>
                </a:rPr>
                <a:t>I (s)</a:t>
              </a:r>
            </a:p>
          </p:txBody>
        </p:sp>
        <p:sp>
          <p:nvSpPr>
            <p:cNvPr id="27" name="TextBox 26"/>
            <p:cNvSpPr txBox="1"/>
            <p:nvPr/>
          </p:nvSpPr>
          <p:spPr>
            <a:xfrm>
              <a:off x="3032919" y="4267200"/>
              <a:ext cx="304800" cy="400110"/>
            </a:xfrm>
            <a:prstGeom prst="rect">
              <a:avLst/>
            </a:prstGeom>
            <a:noFill/>
          </p:spPr>
          <p:txBody>
            <a:bodyPr wrap="square" rtlCol="0">
              <a:spAutoFit/>
            </a:bodyPr>
            <a:lstStyle/>
            <a:p>
              <a:r>
                <a:rPr lang="en-US" sz="2000" dirty="0"/>
                <a:t>+</a:t>
              </a:r>
            </a:p>
          </p:txBody>
        </p:sp>
        <p:sp>
          <p:nvSpPr>
            <p:cNvPr id="28" name="TextBox 27"/>
            <p:cNvSpPr txBox="1"/>
            <p:nvPr/>
          </p:nvSpPr>
          <p:spPr>
            <a:xfrm>
              <a:off x="3566319" y="4648200"/>
              <a:ext cx="304800" cy="400110"/>
            </a:xfrm>
            <a:prstGeom prst="rect">
              <a:avLst/>
            </a:prstGeom>
            <a:noFill/>
          </p:spPr>
          <p:txBody>
            <a:bodyPr wrap="square" rtlCol="0">
              <a:spAutoFit/>
            </a:bodyPr>
            <a:lstStyle/>
            <a:p>
              <a:r>
                <a:rPr lang="en-US" sz="2000" dirty="0"/>
                <a:t>-</a:t>
              </a:r>
            </a:p>
          </p:txBody>
        </p:sp>
      </p:grpSp>
      <p:cxnSp>
        <p:nvCxnSpPr>
          <p:cNvPr id="39" name="Straight Arrow Connector 38"/>
          <p:cNvCxnSpPr>
            <a:stCxn id="23" idx="6"/>
          </p:cNvCxnSpPr>
          <p:nvPr/>
        </p:nvCxnSpPr>
        <p:spPr>
          <a:xfrm>
            <a:off x="6004719" y="1295400"/>
            <a:ext cx="160020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3871119" y="838200"/>
            <a:ext cx="3733800" cy="1924110"/>
            <a:chOff x="594519" y="695528"/>
            <a:chExt cx="3733800" cy="1924110"/>
          </a:xfrm>
        </p:grpSpPr>
        <p:sp>
          <p:nvSpPr>
            <p:cNvPr id="23" name="Oval 22"/>
            <p:cNvSpPr/>
            <p:nvPr/>
          </p:nvSpPr>
          <p:spPr>
            <a:xfrm>
              <a:off x="1813719" y="695528"/>
              <a:ext cx="914400" cy="9144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a:stCxn id="23" idx="1"/>
              <a:endCxn id="23" idx="5"/>
            </p:cNvCxnSpPr>
            <p:nvPr/>
          </p:nvCxnSpPr>
          <p:spPr>
            <a:xfrm rot="16200000" flipH="1">
              <a:off x="1947630" y="829439"/>
              <a:ext cx="646578" cy="64657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7"/>
              <a:endCxn id="23" idx="3"/>
            </p:cNvCxnSpPr>
            <p:nvPr/>
          </p:nvCxnSpPr>
          <p:spPr>
            <a:xfrm rot="16200000" flipH="1" flipV="1">
              <a:off x="1947630" y="829439"/>
              <a:ext cx="646578" cy="64657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594519" y="1144624"/>
              <a:ext cx="121920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23" idx="4"/>
            </p:cNvCxnSpPr>
            <p:nvPr/>
          </p:nvCxnSpPr>
          <p:spPr>
            <a:xfrm rot="5400000" flipH="1" flipV="1">
              <a:off x="1775619" y="2105228"/>
              <a:ext cx="990600"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804319" y="736064"/>
              <a:ext cx="1524000" cy="400110"/>
            </a:xfrm>
            <a:prstGeom prst="rect">
              <a:avLst/>
            </a:prstGeom>
            <a:noFill/>
          </p:spPr>
          <p:txBody>
            <a:bodyPr wrap="square" rtlCol="0">
              <a:spAutoFit/>
            </a:bodyPr>
            <a:lstStyle/>
            <a:p>
              <a:r>
                <a:rPr lang="en-US" sz="2000" dirty="0"/>
                <a:t>V</a:t>
              </a:r>
              <a:r>
                <a:rPr lang="en-US" sz="2000" baseline="-25000" dirty="0"/>
                <a:t>i</a:t>
              </a:r>
              <a:r>
                <a:rPr lang="en-US" sz="2000" dirty="0"/>
                <a:t>(s) –V</a:t>
              </a:r>
              <a:r>
                <a:rPr lang="en-US" sz="2000" baseline="-25000" dirty="0"/>
                <a:t>o</a:t>
              </a:r>
              <a:r>
                <a:rPr lang="en-US" sz="2000" dirty="0"/>
                <a:t>(s)</a:t>
              </a:r>
            </a:p>
          </p:txBody>
        </p:sp>
        <p:sp>
          <p:nvSpPr>
            <p:cNvPr id="41" name="TextBox 40"/>
            <p:cNvSpPr txBox="1"/>
            <p:nvPr/>
          </p:nvSpPr>
          <p:spPr>
            <a:xfrm>
              <a:off x="2347119" y="2219528"/>
              <a:ext cx="762000" cy="400110"/>
            </a:xfrm>
            <a:prstGeom prst="rect">
              <a:avLst/>
            </a:prstGeom>
            <a:noFill/>
          </p:spPr>
          <p:txBody>
            <a:bodyPr wrap="square" rtlCol="0">
              <a:spAutoFit/>
            </a:bodyPr>
            <a:lstStyle/>
            <a:p>
              <a:r>
                <a:rPr lang="en-US" sz="2000" dirty="0"/>
                <a:t>V</a:t>
              </a:r>
              <a:r>
                <a:rPr lang="en-US" sz="2000" baseline="-25000" dirty="0"/>
                <a:t>o</a:t>
              </a:r>
              <a:r>
                <a:rPr lang="en-US" sz="2000" dirty="0"/>
                <a:t>(s)</a:t>
              </a:r>
            </a:p>
          </p:txBody>
        </p:sp>
        <p:sp>
          <p:nvSpPr>
            <p:cNvPr id="42" name="TextBox 41"/>
            <p:cNvSpPr txBox="1"/>
            <p:nvPr/>
          </p:nvSpPr>
          <p:spPr>
            <a:xfrm>
              <a:off x="899319" y="695528"/>
              <a:ext cx="685800" cy="400110"/>
            </a:xfrm>
            <a:prstGeom prst="rect">
              <a:avLst/>
            </a:prstGeom>
            <a:noFill/>
          </p:spPr>
          <p:txBody>
            <a:bodyPr wrap="square" rtlCol="0">
              <a:spAutoFit/>
            </a:bodyPr>
            <a:lstStyle/>
            <a:p>
              <a:r>
                <a:rPr lang="en-US" sz="2000" dirty="0"/>
                <a:t>V</a:t>
              </a:r>
              <a:r>
                <a:rPr lang="en-US" sz="2000" baseline="-25000" dirty="0"/>
                <a:t>i</a:t>
              </a:r>
              <a:r>
                <a:rPr lang="en-US" sz="2000" dirty="0"/>
                <a:t>(s) </a:t>
              </a:r>
            </a:p>
          </p:txBody>
        </p:sp>
        <p:sp>
          <p:nvSpPr>
            <p:cNvPr id="43" name="TextBox 42"/>
            <p:cNvSpPr txBox="1"/>
            <p:nvPr/>
          </p:nvSpPr>
          <p:spPr>
            <a:xfrm>
              <a:off x="1842903" y="924128"/>
              <a:ext cx="457200" cy="400110"/>
            </a:xfrm>
            <a:prstGeom prst="rect">
              <a:avLst/>
            </a:prstGeom>
            <a:noFill/>
          </p:spPr>
          <p:txBody>
            <a:bodyPr wrap="square" rtlCol="0">
              <a:spAutoFit/>
            </a:bodyPr>
            <a:lstStyle/>
            <a:p>
              <a:r>
                <a:rPr lang="en-US" sz="2000" dirty="0"/>
                <a:t>+ </a:t>
              </a:r>
            </a:p>
          </p:txBody>
        </p:sp>
        <p:sp>
          <p:nvSpPr>
            <p:cNvPr id="44" name="TextBox 43"/>
            <p:cNvSpPr txBox="1"/>
            <p:nvPr/>
          </p:nvSpPr>
          <p:spPr>
            <a:xfrm>
              <a:off x="2146079" y="1209818"/>
              <a:ext cx="457200" cy="400110"/>
            </a:xfrm>
            <a:prstGeom prst="rect">
              <a:avLst/>
            </a:prstGeom>
            <a:noFill/>
          </p:spPr>
          <p:txBody>
            <a:bodyPr wrap="square" rtlCol="0">
              <a:spAutoFit/>
            </a:bodyPr>
            <a:lstStyle/>
            <a:p>
              <a:r>
                <a:rPr lang="en-US" sz="2000" dirty="0"/>
                <a:t>- </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solidFill>
                  <a:schemeClr val="tx1"/>
                </a:solidFill>
              </a:rPr>
              <a:t>SYED HASAN SAEED</a:t>
            </a:r>
          </a:p>
        </p:txBody>
      </p:sp>
      <p:sp>
        <p:nvSpPr>
          <p:cNvPr id="6" name="Slide Number Placeholder 5"/>
          <p:cNvSpPr>
            <a:spLocks noGrp="1"/>
          </p:cNvSpPr>
          <p:nvPr>
            <p:ph type="sldNum" sz="quarter" idx="12"/>
          </p:nvPr>
        </p:nvSpPr>
        <p:spPr/>
        <p:txBody>
          <a:bodyPr/>
          <a:lstStyle/>
          <a:p>
            <a:fld id="{DFFB4172-2071-4B6D-9A3C-0848A49D4CBF}" type="slidenum">
              <a:rPr lang="en-US" smtClean="0"/>
              <a:pPr/>
              <a:t>19</a:t>
            </a:fld>
            <a:endParaRPr lang="en-US"/>
          </a:p>
        </p:txBody>
      </p:sp>
      <p:grpSp>
        <p:nvGrpSpPr>
          <p:cNvPr id="15" name="Group 14"/>
          <p:cNvGrpSpPr>
            <a:grpSpLocks noChangeAspect="1"/>
          </p:cNvGrpSpPr>
          <p:nvPr/>
        </p:nvGrpSpPr>
        <p:grpSpPr>
          <a:xfrm>
            <a:off x="3718719" y="838200"/>
            <a:ext cx="3581400" cy="1066800"/>
            <a:chOff x="7985919" y="1371600"/>
            <a:chExt cx="3581400" cy="1066800"/>
          </a:xfrm>
        </p:grpSpPr>
        <p:sp>
          <p:nvSpPr>
            <p:cNvPr id="7" name="Rectangle 6"/>
            <p:cNvSpPr/>
            <p:nvPr/>
          </p:nvSpPr>
          <p:spPr>
            <a:xfrm>
              <a:off x="8976519" y="1371600"/>
              <a:ext cx="1524000" cy="10668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endCxn id="7" idx="1"/>
            </p:cNvCxnSpPr>
            <p:nvPr/>
          </p:nvCxnSpPr>
          <p:spPr>
            <a:xfrm>
              <a:off x="7985919" y="1905000"/>
              <a:ext cx="9906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0500519" y="1905000"/>
              <a:ext cx="9906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9433719" y="1702713"/>
              <a:ext cx="533400" cy="430887"/>
            </a:xfrm>
            <a:prstGeom prst="rect">
              <a:avLst/>
            </a:prstGeom>
            <a:noFill/>
          </p:spPr>
          <p:txBody>
            <a:bodyPr wrap="square" rtlCol="0">
              <a:spAutoFit/>
            </a:bodyPr>
            <a:lstStyle/>
            <a:p>
              <a:r>
                <a:rPr lang="en-US" sz="2200" dirty="0" err="1"/>
                <a:t>sL</a:t>
              </a:r>
              <a:endParaRPr lang="en-US" sz="2200" dirty="0"/>
            </a:p>
          </p:txBody>
        </p:sp>
        <p:sp>
          <p:nvSpPr>
            <p:cNvPr id="12" name="TextBox 11"/>
            <p:cNvSpPr txBox="1"/>
            <p:nvPr/>
          </p:nvSpPr>
          <p:spPr>
            <a:xfrm>
              <a:off x="8214519" y="1447800"/>
              <a:ext cx="533400" cy="430887"/>
            </a:xfrm>
            <a:prstGeom prst="rect">
              <a:avLst/>
            </a:prstGeom>
            <a:noFill/>
          </p:spPr>
          <p:txBody>
            <a:bodyPr wrap="square" rtlCol="0">
              <a:spAutoFit/>
            </a:bodyPr>
            <a:lstStyle/>
            <a:p>
              <a:r>
                <a:rPr lang="en-US" sz="2200" dirty="0"/>
                <a:t>I(s)</a:t>
              </a:r>
            </a:p>
          </p:txBody>
        </p:sp>
        <p:sp>
          <p:nvSpPr>
            <p:cNvPr id="13" name="TextBox 12"/>
            <p:cNvSpPr txBox="1"/>
            <p:nvPr/>
          </p:nvSpPr>
          <p:spPr>
            <a:xfrm>
              <a:off x="10729119" y="1447800"/>
              <a:ext cx="838200" cy="430887"/>
            </a:xfrm>
            <a:prstGeom prst="rect">
              <a:avLst/>
            </a:prstGeom>
            <a:noFill/>
          </p:spPr>
          <p:txBody>
            <a:bodyPr wrap="square" rtlCol="0">
              <a:spAutoFit/>
            </a:bodyPr>
            <a:lstStyle/>
            <a:p>
              <a:r>
                <a:rPr lang="en-US" sz="2200" dirty="0"/>
                <a:t>V</a:t>
              </a:r>
              <a:r>
                <a:rPr lang="en-US" sz="2200" baseline="-25000" dirty="0"/>
                <a:t>o</a:t>
              </a:r>
              <a:r>
                <a:rPr lang="en-US" sz="2200" dirty="0"/>
                <a:t>(s)</a:t>
              </a:r>
            </a:p>
          </p:txBody>
        </p:sp>
      </p:grpSp>
      <p:sp>
        <p:nvSpPr>
          <p:cNvPr id="14" name="Content Placeholder 13"/>
          <p:cNvSpPr>
            <a:spLocks noGrp="1"/>
          </p:cNvSpPr>
          <p:nvPr>
            <p:ph idx="1"/>
          </p:nvPr>
        </p:nvSpPr>
        <p:spPr/>
        <p:txBody>
          <a:bodyPr/>
          <a:lstStyle/>
          <a:p>
            <a:pPr>
              <a:buNone/>
            </a:pPr>
            <a:endParaRPr lang="en-US" dirty="0"/>
          </a:p>
          <a:p>
            <a:pPr>
              <a:buNone/>
            </a:pPr>
            <a:r>
              <a:rPr lang="en-US" dirty="0"/>
              <a:t>Final Block Diag.</a:t>
            </a:r>
          </a:p>
        </p:txBody>
      </p:sp>
      <p:grpSp>
        <p:nvGrpSpPr>
          <p:cNvPr id="52" name="Group 51"/>
          <p:cNvGrpSpPr>
            <a:grpSpLocks noChangeAspect="1"/>
          </p:cNvGrpSpPr>
          <p:nvPr/>
        </p:nvGrpSpPr>
        <p:grpSpPr>
          <a:xfrm>
            <a:off x="1280318" y="3124200"/>
            <a:ext cx="9581701" cy="1905000"/>
            <a:chOff x="823119" y="3913760"/>
            <a:chExt cx="9067800" cy="1802828"/>
          </a:xfrm>
        </p:grpSpPr>
        <p:sp>
          <p:nvSpPr>
            <p:cNvPr id="16" name="Oval 15"/>
            <p:cNvSpPr/>
            <p:nvPr/>
          </p:nvSpPr>
          <p:spPr>
            <a:xfrm>
              <a:off x="2118519" y="4114800"/>
              <a:ext cx="990600" cy="914400"/>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stCxn id="16" idx="1"/>
              <a:endCxn id="16" idx="5"/>
            </p:cNvCxnSpPr>
            <p:nvPr/>
          </p:nvCxnSpPr>
          <p:spPr>
            <a:xfrm rot="16200000" flipH="1">
              <a:off x="2290530" y="4221770"/>
              <a:ext cx="646578" cy="7004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6" idx="3"/>
              <a:endCxn id="16" idx="7"/>
            </p:cNvCxnSpPr>
            <p:nvPr/>
          </p:nvCxnSpPr>
          <p:spPr>
            <a:xfrm rot="5400000" flipH="1" flipV="1">
              <a:off x="2290530" y="4221770"/>
              <a:ext cx="646578" cy="70046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16" idx="2"/>
            </p:cNvCxnSpPr>
            <p:nvPr/>
          </p:nvCxnSpPr>
          <p:spPr>
            <a:xfrm>
              <a:off x="823119" y="4572000"/>
              <a:ext cx="1295400"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480719" y="4325568"/>
              <a:ext cx="762000" cy="430887"/>
            </a:xfrm>
            <a:prstGeom prst="rect">
              <a:avLst/>
            </a:prstGeom>
            <a:noFill/>
          </p:spPr>
          <p:txBody>
            <a:bodyPr wrap="square" rtlCol="0">
              <a:spAutoFit/>
            </a:bodyPr>
            <a:lstStyle/>
            <a:p>
              <a:r>
                <a:rPr lang="en-US" sz="2200" dirty="0"/>
                <a:t>1 / R</a:t>
              </a:r>
            </a:p>
          </p:txBody>
        </p:sp>
        <p:sp>
          <p:nvSpPr>
            <p:cNvPr id="24" name="Rectangle 23"/>
            <p:cNvSpPr/>
            <p:nvPr/>
          </p:nvSpPr>
          <p:spPr>
            <a:xfrm>
              <a:off x="4252119" y="3962400"/>
              <a:ext cx="1143000" cy="11430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6860751" y="3913760"/>
              <a:ext cx="1143000" cy="114300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p:nvPr/>
          </p:nvCxnSpPr>
          <p:spPr>
            <a:xfrm flipV="1">
              <a:off x="3109119" y="4553356"/>
              <a:ext cx="114300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4" idx="3"/>
            </p:cNvCxnSpPr>
            <p:nvPr/>
          </p:nvCxnSpPr>
          <p:spPr>
            <a:xfrm flipV="1">
              <a:off x="5395119" y="4495800"/>
              <a:ext cx="144780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147719" y="4267200"/>
              <a:ext cx="533400" cy="430887"/>
            </a:xfrm>
            <a:prstGeom prst="rect">
              <a:avLst/>
            </a:prstGeom>
            <a:noFill/>
          </p:spPr>
          <p:txBody>
            <a:bodyPr wrap="square" rtlCol="0">
              <a:spAutoFit/>
            </a:bodyPr>
            <a:lstStyle/>
            <a:p>
              <a:r>
                <a:rPr lang="en-US" sz="2200" dirty="0" err="1"/>
                <a:t>sL</a:t>
              </a:r>
              <a:endParaRPr lang="en-US" sz="2200" dirty="0"/>
            </a:p>
          </p:txBody>
        </p:sp>
        <p:cxnSp>
          <p:nvCxnSpPr>
            <p:cNvPr id="32" name="Straight Arrow Connector 31"/>
            <p:cNvCxnSpPr>
              <a:stCxn id="25" idx="3"/>
            </p:cNvCxnSpPr>
            <p:nvPr/>
          </p:nvCxnSpPr>
          <p:spPr>
            <a:xfrm>
              <a:off x="8003751" y="4485260"/>
              <a:ext cx="1734768" cy="1054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8214519" y="5105400"/>
              <a:ext cx="121920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10800000">
              <a:off x="2606199" y="5715000"/>
              <a:ext cx="6217920"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endCxn id="16" idx="4"/>
            </p:cNvCxnSpPr>
            <p:nvPr/>
          </p:nvCxnSpPr>
          <p:spPr>
            <a:xfrm rot="16200000" flipV="1">
              <a:off x="2270919" y="5372100"/>
              <a:ext cx="68580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8976519" y="4049952"/>
              <a:ext cx="914400" cy="430887"/>
            </a:xfrm>
            <a:prstGeom prst="rect">
              <a:avLst/>
            </a:prstGeom>
            <a:noFill/>
          </p:spPr>
          <p:txBody>
            <a:bodyPr wrap="square" rtlCol="0">
              <a:spAutoFit/>
            </a:bodyPr>
            <a:lstStyle/>
            <a:p>
              <a:r>
                <a:rPr lang="en-US" sz="2200" dirty="0"/>
                <a:t>V</a:t>
              </a:r>
              <a:r>
                <a:rPr lang="en-US" sz="2200" baseline="-25000" dirty="0"/>
                <a:t>o</a:t>
              </a:r>
              <a:r>
                <a:rPr lang="en-US" sz="2200" dirty="0"/>
                <a:t>(s)</a:t>
              </a:r>
            </a:p>
          </p:txBody>
        </p:sp>
        <p:sp>
          <p:nvSpPr>
            <p:cNvPr id="40" name="TextBox 39"/>
            <p:cNvSpPr txBox="1"/>
            <p:nvPr/>
          </p:nvSpPr>
          <p:spPr>
            <a:xfrm>
              <a:off x="1051719" y="4087240"/>
              <a:ext cx="685800" cy="430887"/>
            </a:xfrm>
            <a:prstGeom prst="rect">
              <a:avLst/>
            </a:prstGeom>
            <a:noFill/>
          </p:spPr>
          <p:txBody>
            <a:bodyPr wrap="square" rtlCol="0">
              <a:spAutoFit/>
            </a:bodyPr>
            <a:lstStyle/>
            <a:p>
              <a:r>
                <a:rPr lang="en-US" sz="2200" dirty="0"/>
                <a:t>V</a:t>
              </a:r>
              <a:r>
                <a:rPr lang="en-US" sz="2200" baseline="-25000" dirty="0"/>
                <a:t>i</a:t>
              </a:r>
              <a:r>
                <a:rPr lang="en-US" sz="2200" dirty="0"/>
                <a:t>(s)</a:t>
              </a:r>
            </a:p>
          </p:txBody>
        </p:sp>
        <p:sp>
          <p:nvSpPr>
            <p:cNvPr id="41" name="TextBox 40"/>
            <p:cNvSpPr txBox="1"/>
            <p:nvPr/>
          </p:nvSpPr>
          <p:spPr>
            <a:xfrm>
              <a:off x="5699919" y="3962400"/>
              <a:ext cx="609600" cy="430887"/>
            </a:xfrm>
            <a:prstGeom prst="rect">
              <a:avLst/>
            </a:prstGeom>
            <a:noFill/>
          </p:spPr>
          <p:txBody>
            <a:bodyPr wrap="square" rtlCol="0">
              <a:spAutoFit/>
            </a:bodyPr>
            <a:lstStyle/>
            <a:p>
              <a:r>
                <a:rPr lang="en-US" sz="2200" dirty="0"/>
                <a:t>I(s)</a:t>
              </a:r>
            </a:p>
          </p:txBody>
        </p:sp>
        <p:sp>
          <p:nvSpPr>
            <p:cNvPr id="42" name="TextBox 41"/>
            <p:cNvSpPr txBox="1"/>
            <p:nvPr/>
          </p:nvSpPr>
          <p:spPr>
            <a:xfrm>
              <a:off x="1737519" y="4648200"/>
              <a:ext cx="457200" cy="430887"/>
            </a:xfrm>
            <a:prstGeom prst="rect">
              <a:avLst/>
            </a:prstGeom>
            <a:noFill/>
          </p:spPr>
          <p:txBody>
            <a:bodyPr wrap="square" rtlCol="0">
              <a:spAutoFit/>
            </a:bodyPr>
            <a:lstStyle/>
            <a:p>
              <a:r>
                <a:rPr lang="en-US" sz="2200" dirty="0"/>
                <a:t>+</a:t>
              </a:r>
            </a:p>
          </p:txBody>
        </p:sp>
      </p:grpSp>
      <p:sp>
        <p:nvSpPr>
          <p:cNvPr id="43" name="TextBox 42"/>
          <p:cNvSpPr txBox="1"/>
          <p:nvPr/>
        </p:nvSpPr>
        <p:spPr>
          <a:xfrm>
            <a:off x="2651919" y="5029200"/>
            <a:ext cx="457200" cy="430887"/>
          </a:xfrm>
          <a:prstGeom prst="rect">
            <a:avLst/>
          </a:prstGeom>
          <a:noFill/>
        </p:spPr>
        <p:txBody>
          <a:bodyPr wrap="square" rtlCol="0">
            <a:spAutoFit/>
          </a:bodyPr>
          <a:lstStyle/>
          <a:p>
            <a:r>
              <a:rPr lang="en-US" sz="22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95" y="152400"/>
            <a:ext cx="11249700" cy="609600"/>
          </a:xfrm>
        </p:spPr>
        <p:txBody>
          <a:bodyPr>
            <a:normAutofit/>
          </a:bodyPr>
          <a:lstStyle/>
          <a:p>
            <a:r>
              <a:rPr lang="en-US" sz="3200" dirty="0">
                <a:solidFill>
                  <a:srgbClr val="FF0000"/>
                </a:solidFill>
              </a:rPr>
              <a:t>BLOCK DIAGRAM REDUCTION </a:t>
            </a:r>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20</a:t>
            </a:fld>
            <a:endParaRPr lang="en-US"/>
          </a:p>
        </p:txBody>
      </p:sp>
      <p:pic>
        <p:nvPicPr>
          <p:cNvPr id="28674" name="Picture 2" descr="E:\IMG_20160516_211137_470.JPG"/>
          <p:cNvPicPr>
            <a:picLocks noGrp="1" noChangeAspect="1" noChangeArrowheads="1"/>
          </p:cNvPicPr>
          <p:nvPr>
            <p:ph idx="1"/>
          </p:nvPr>
        </p:nvPicPr>
        <p:blipFill>
          <a:blip r:embed="rId2" cstate="print"/>
          <a:srcRect/>
          <a:stretch>
            <a:fillRect/>
          </a:stretch>
        </p:blipFill>
        <p:spPr bwMode="auto">
          <a:xfrm>
            <a:off x="1722927" y="762000"/>
            <a:ext cx="8640329" cy="5638801"/>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046" y="228600"/>
            <a:ext cx="11655095" cy="5943600"/>
          </a:xfrm>
        </p:spPr>
        <p:txBody>
          <a:bodyPr>
            <a:normAutofit/>
          </a:bodyPr>
          <a:lstStyle/>
          <a:p>
            <a:pPr algn="just">
              <a:buNone/>
            </a:pPr>
            <a:r>
              <a:rPr lang="en-US" dirty="0">
                <a:solidFill>
                  <a:srgbClr val="00B050"/>
                </a:solidFill>
              </a:rPr>
              <a:t>Drive the transfer function using block reduction technique.</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lgn="just">
              <a:buNone/>
            </a:pPr>
            <a:endParaRPr lang="en-US" dirty="0">
              <a:solidFill>
                <a:srgbClr val="FF0000"/>
              </a:solidFill>
            </a:endParaRPr>
          </a:p>
          <a:p>
            <a:pPr algn="just">
              <a:buNone/>
            </a:pPr>
            <a:r>
              <a:rPr lang="en-US" dirty="0">
                <a:solidFill>
                  <a:srgbClr val="FF0000"/>
                </a:solidFill>
              </a:rPr>
              <a:t>Step1:</a:t>
            </a:r>
            <a:r>
              <a:rPr lang="en-US" dirty="0"/>
              <a:t> There are two internal closed loop, remove these loops by using closed loop formula</a:t>
            </a:r>
          </a:p>
          <a:p>
            <a:pPr>
              <a:buNone/>
            </a:pPr>
            <a:endParaRPr lang="en-US" dirty="0"/>
          </a:p>
          <a:p>
            <a:pPr>
              <a:buNone/>
            </a:pPr>
            <a:endParaRPr lang="en-US" dirty="0"/>
          </a:p>
          <a:p>
            <a:pPr>
              <a:buNone/>
            </a:pPr>
            <a:endParaRPr lang="en-US" dirty="0"/>
          </a:p>
          <a:p>
            <a:pPr>
              <a:buNone/>
            </a:pPr>
            <a:endParaRPr lang="en-US"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21</a:t>
            </a:fld>
            <a:endParaRPr lang="en-US"/>
          </a:p>
        </p:txBody>
      </p:sp>
      <p:pic>
        <p:nvPicPr>
          <p:cNvPr id="26628" name="Picture 4" descr="E:\Automatic Control Systems\jpg\fig_1-93.jpg"/>
          <p:cNvPicPr>
            <a:picLocks noGrp="1" noChangeAspect="1" noChangeArrowheads="1"/>
          </p:cNvPicPr>
          <p:nvPr>
            <p:ph sz="half" idx="4294967295"/>
          </p:nvPr>
        </p:nvPicPr>
        <p:blipFill>
          <a:blip r:embed="rId2"/>
          <a:srcRect/>
          <a:stretch>
            <a:fillRect/>
          </a:stretch>
        </p:blipFill>
        <p:spPr bwMode="auto">
          <a:xfrm>
            <a:off x="1418881" y="1143000"/>
            <a:ext cx="9324076" cy="34290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137319" y="381001"/>
            <a:ext cx="11887199" cy="6019799"/>
          </a:xfrm>
        </p:spPr>
        <p:txBody>
          <a:bodyPr>
            <a:normAutofit lnSpcReduction="10000"/>
          </a:bodyPr>
          <a:lstStyle/>
          <a:p>
            <a:pPr>
              <a:buNone/>
            </a:pPr>
            <a:r>
              <a:rPr lang="en-US" dirty="0">
                <a:solidFill>
                  <a:srgbClr val="FF0000"/>
                </a:solidFill>
              </a:rPr>
              <a:t>Step 2: </a:t>
            </a:r>
            <a:r>
              <a:rPr lang="en-US" dirty="0"/>
              <a:t>Two blocks are cascade</a:t>
            </a:r>
          </a:p>
          <a:p>
            <a:pPr>
              <a:buNone/>
            </a:pPr>
            <a:endParaRPr lang="en-US" dirty="0"/>
          </a:p>
          <a:p>
            <a:pPr>
              <a:buNone/>
            </a:pPr>
            <a:endParaRPr lang="en-US" dirty="0"/>
          </a:p>
          <a:p>
            <a:pPr>
              <a:buNone/>
            </a:pPr>
            <a:endParaRPr lang="en-US" dirty="0">
              <a:solidFill>
                <a:srgbClr val="FF0000"/>
              </a:solidFill>
            </a:endParaRPr>
          </a:p>
          <a:p>
            <a:pPr>
              <a:buNone/>
            </a:pPr>
            <a:r>
              <a:rPr lang="en-US" dirty="0">
                <a:solidFill>
                  <a:srgbClr val="FF0000"/>
                </a:solidFill>
              </a:rPr>
              <a:t>Step 3:</a:t>
            </a:r>
            <a:r>
              <a:rPr lang="en-US" dirty="0"/>
              <a:t> Again it is a closed loop</a:t>
            </a:r>
          </a:p>
          <a:p>
            <a:pPr>
              <a:buNone/>
            </a:pPr>
            <a:endParaRPr lang="en-US" dirty="0"/>
          </a:p>
          <a:p>
            <a:pPr>
              <a:buNone/>
            </a:pPr>
            <a:endParaRPr lang="en-US" dirty="0">
              <a:solidFill>
                <a:srgbClr val="FF0000"/>
              </a:solidFill>
            </a:endParaRPr>
          </a:p>
          <a:p>
            <a:pPr>
              <a:buNone/>
            </a:pPr>
            <a:endParaRPr lang="en-US" dirty="0">
              <a:solidFill>
                <a:srgbClr val="FF0000"/>
              </a:solidFill>
            </a:endParaRPr>
          </a:p>
          <a:p>
            <a:pPr>
              <a:buNone/>
            </a:pPr>
            <a:r>
              <a:rPr lang="en-US" dirty="0">
                <a:solidFill>
                  <a:srgbClr val="FF0000"/>
                </a:solidFill>
              </a:rPr>
              <a:t>Step 4: </a:t>
            </a:r>
            <a:r>
              <a:rPr lang="en-US" dirty="0"/>
              <a:t>required transfer function</a:t>
            </a:r>
          </a:p>
          <a:p>
            <a:pPr>
              <a:buNone/>
            </a:pPr>
            <a:endParaRPr lang="en-US" dirty="0"/>
          </a:p>
          <a:p>
            <a:pPr>
              <a:buNone/>
            </a:pPr>
            <a:r>
              <a:rPr lang="en-US" dirty="0"/>
              <a:t>                                                                             </a:t>
            </a:r>
          </a:p>
          <a:p>
            <a:pPr>
              <a:buNone/>
            </a:pPr>
            <a:endParaRPr lang="en-US" dirty="0"/>
          </a:p>
          <a:p>
            <a:pPr>
              <a:buNone/>
            </a:pPr>
            <a:endParaRPr lang="en-US" dirty="0"/>
          </a:p>
          <a:p>
            <a:pPr>
              <a:buNone/>
            </a:pPr>
            <a:endParaRPr lang="en-US" dirty="0"/>
          </a:p>
        </p:txBody>
      </p:sp>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22</a:t>
            </a:fld>
            <a:endParaRPr lang="en-US"/>
          </a:p>
        </p:txBody>
      </p:sp>
      <p:pic>
        <p:nvPicPr>
          <p:cNvPr id="27653" name="Picture 5" descr="E:\Automatic Control Systems\jpg\fig_1-93_a.jpg"/>
          <p:cNvPicPr>
            <a:picLocks noGrp="1" noChangeAspect="1" noChangeArrowheads="1"/>
          </p:cNvPicPr>
          <p:nvPr>
            <p:ph sz="half" idx="4294967295"/>
          </p:nvPr>
        </p:nvPicPr>
        <p:blipFill>
          <a:blip r:embed="rId2"/>
          <a:srcRect/>
          <a:stretch>
            <a:fillRect/>
          </a:stretch>
        </p:blipFill>
        <p:spPr bwMode="auto">
          <a:xfrm>
            <a:off x="1621580" y="982496"/>
            <a:ext cx="7888339" cy="1600200"/>
          </a:xfrm>
          <a:prstGeom prst="rect">
            <a:avLst/>
          </a:prstGeom>
          <a:noFill/>
        </p:spPr>
      </p:pic>
      <p:graphicFrame>
        <p:nvGraphicFramePr>
          <p:cNvPr id="26" name="Object 25"/>
          <p:cNvGraphicFramePr>
            <a:graphicFrameLocks noChangeAspect="1"/>
          </p:cNvGraphicFramePr>
          <p:nvPr/>
        </p:nvGraphicFramePr>
        <p:xfrm>
          <a:off x="1621579" y="5234609"/>
          <a:ext cx="9121380" cy="1013791"/>
        </p:xfrm>
        <a:graphic>
          <a:graphicData uri="http://schemas.openxmlformats.org/presentationml/2006/ole">
            <mc:AlternateContent xmlns:mc="http://schemas.openxmlformats.org/markup-compatibility/2006">
              <mc:Choice xmlns:v="urn:schemas-microsoft-com:vml" Requires="v">
                <p:oleObj name="Equation" r:id="rId3" imgW="2920680" imgH="431640" progId="Equation.3">
                  <p:embed/>
                </p:oleObj>
              </mc:Choice>
              <mc:Fallback>
                <p:oleObj name="Equation" r:id="rId3" imgW="2920680" imgH="431640" progId="Equation.3">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1579" y="5234609"/>
                        <a:ext cx="9121380" cy="10137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Group 12"/>
          <p:cNvGrpSpPr/>
          <p:nvPr/>
        </p:nvGrpSpPr>
        <p:grpSpPr>
          <a:xfrm>
            <a:off x="1520230" y="3200400"/>
            <a:ext cx="9437489" cy="1219200"/>
            <a:chOff x="1520230" y="3200400"/>
            <a:chExt cx="9437489" cy="1219200"/>
          </a:xfrm>
        </p:grpSpPr>
        <p:sp>
          <p:nvSpPr>
            <p:cNvPr id="16" name="Rectangle 15"/>
            <p:cNvSpPr/>
            <p:nvPr/>
          </p:nvSpPr>
          <p:spPr>
            <a:xfrm>
              <a:off x="2432367" y="3200400"/>
              <a:ext cx="7094406" cy="1219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Object 17"/>
            <p:cNvGraphicFramePr>
              <a:graphicFrameLocks noChangeAspect="1"/>
            </p:cNvGraphicFramePr>
            <p:nvPr/>
          </p:nvGraphicFramePr>
          <p:xfrm>
            <a:off x="2635065" y="3429000"/>
            <a:ext cx="6904377" cy="914400"/>
          </p:xfrm>
          <a:graphic>
            <a:graphicData uri="http://schemas.openxmlformats.org/presentationml/2006/ole">
              <mc:AlternateContent xmlns:mc="http://schemas.openxmlformats.org/markup-compatibility/2006">
                <mc:Choice xmlns:v="urn:schemas-microsoft-com:vml" Requires="v">
                  <p:oleObj name="Equation" r:id="rId5" imgW="2450880" imgH="431640" progId="Equation.3">
                    <p:embed/>
                  </p:oleObj>
                </mc:Choice>
                <mc:Fallback>
                  <p:oleObj name="Equation" r:id="rId5" imgW="2450880" imgH="431640" progId="Equation.3">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5065" y="3429000"/>
                          <a:ext cx="6904377"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0" name="Straight Arrow Connector 19"/>
            <p:cNvCxnSpPr>
              <a:stCxn id="16" idx="3"/>
            </p:cNvCxnSpPr>
            <p:nvPr/>
          </p:nvCxnSpPr>
          <p:spPr>
            <a:xfrm flipV="1">
              <a:off x="9526773" y="3733800"/>
              <a:ext cx="1418881"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16" idx="1"/>
            </p:cNvCxnSpPr>
            <p:nvPr/>
          </p:nvCxnSpPr>
          <p:spPr>
            <a:xfrm>
              <a:off x="1520230" y="3771900"/>
              <a:ext cx="912138"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585119" y="3325240"/>
              <a:ext cx="838200" cy="430887"/>
            </a:xfrm>
            <a:prstGeom prst="rect">
              <a:avLst/>
            </a:prstGeom>
            <a:noFill/>
          </p:spPr>
          <p:txBody>
            <a:bodyPr wrap="square" rtlCol="0">
              <a:spAutoFit/>
            </a:bodyPr>
            <a:lstStyle/>
            <a:p>
              <a:r>
                <a:rPr lang="en-US" sz="2200" dirty="0"/>
                <a:t>R(s)</a:t>
              </a:r>
            </a:p>
          </p:txBody>
        </p:sp>
        <p:sp>
          <p:nvSpPr>
            <p:cNvPr id="12" name="TextBox 11"/>
            <p:cNvSpPr txBox="1"/>
            <p:nvPr/>
          </p:nvSpPr>
          <p:spPr>
            <a:xfrm>
              <a:off x="10119519" y="3276600"/>
              <a:ext cx="838200" cy="430887"/>
            </a:xfrm>
            <a:prstGeom prst="rect">
              <a:avLst/>
            </a:prstGeom>
            <a:noFill/>
          </p:spPr>
          <p:txBody>
            <a:bodyPr wrap="square" rtlCol="0">
              <a:spAutoFit/>
            </a:bodyPr>
            <a:lstStyle/>
            <a:p>
              <a:r>
                <a:rPr lang="en-US" sz="2200" dirty="0"/>
                <a:t>C(s)</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p:cNvSpPr>
            <a:spLocks noGrp="1"/>
          </p:cNvSpPr>
          <p:nvPr>
            <p:ph type="sldNum" sz="quarter" idx="12"/>
          </p:nvPr>
        </p:nvSpPr>
        <p:spPr/>
        <p:txBody>
          <a:bodyPr/>
          <a:lstStyle/>
          <a:p>
            <a:fld id="{DFFB4172-2071-4B6D-9A3C-0848A49D4CBF}" type="slidenum">
              <a:rPr lang="en-US" smtClean="0"/>
              <a:pPr/>
              <a:t>23</a:t>
            </a:fld>
            <a:endParaRPr lang="en-US"/>
          </a:p>
        </p:txBody>
      </p:sp>
      <p:sp>
        <p:nvSpPr>
          <p:cNvPr id="7" name="TextBox 6">
            <a:extLst>
              <a:ext uri="{FF2B5EF4-FFF2-40B4-BE49-F238E27FC236}">
                <a16:creationId xmlns:a16="http://schemas.microsoft.com/office/drawing/2014/main" id="{3945FEDF-B471-CE5C-C239-CAB2F84A2AE6}"/>
              </a:ext>
            </a:extLst>
          </p:cNvPr>
          <p:cNvSpPr txBox="1"/>
          <p:nvPr/>
        </p:nvSpPr>
        <p:spPr>
          <a:xfrm>
            <a:off x="405225" y="228600"/>
            <a:ext cx="113538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2. Determine the ratio C(s)/R(s) for the system shown in fig.</a:t>
            </a:r>
            <a:endParaRPr lang="en-IN" sz="2400" dirty="0">
              <a:latin typeface="Times New Roman" panose="02020603050405020304" pitchFamily="18" charset="0"/>
              <a:cs typeface="Times New Roman" panose="02020603050405020304" pitchFamily="18" charset="0"/>
            </a:endParaRPr>
          </a:p>
        </p:txBody>
      </p:sp>
      <p:grpSp>
        <p:nvGrpSpPr>
          <p:cNvPr id="45" name="Group 44">
            <a:extLst>
              <a:ext uri="{FF2B5EF4-FFF2-40B4-BE49-F238E27FC236}">
                <a16:creationId xmlns:a16="http://schemas.microsoft.com/office/drawing/2014/main" id="{EC6B42D8-F652-C8E1-8DE7-C73B95807432}"/>
              </a:ext>
            </a:extLst>
          </p:cNvPr>
          <p:cNvGrpSpPr/>
          <p:nvPr/>
        </p:nvGrpSpPr>
        <p:grpSpPr>
          <a:xfrm>
            <a:off x="2552193" y="1153510"/>
            <a:ext cx="6881526" cy="2161187"/>
            <a:chOff x="2323593" y="1153510"/>
            <a:chExt cx="6881526" cy="2161187"/>
          </a:xfrm>
        </p:grpSpPr>
        <p:sp>
          <p:nvSpPr>
            <p:cNvPr id="9" name="Flowchart: Summing Junction 8">
              <a:extLst>
                <a:ext uri="{FF2B5EF4-FFF2-40B4-BE49-F238E27FC236}">
                  <a16:creationId xmlns:a16="http://schemas.microsoft.com/office/drawing/2014/main" id="{67BA58FD-82A2-ABBF-57D0-DD655DEE04B7}"/>
                </a:ext>
              </a:extLst>
            </p:cNvPr>
            <p:cNvSpPr/>
            <p:nvPr/>
          </p:nvSpPr>
          <p:spPr>
            <a:xfrm>
              <a:off x="4049332"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E1ACFA84-F9EB-746C-962F-3F40B99E2046}"/>
                </a:ext>
              </a:extLst>
            </p:cNvPr>
            <p:cNvCxnSpPr>
              <a:cxnSpLocks/>
            </p:cNvCxnSpPr>
            <p:nvPr/>
          </p:nvCxnSpPr>
          <p:spPr>
            <a:xfrm>
              <a:off x="3001929" y="2365353"/>
              <a:ext cx="1047403" cy="17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0777724-0F88-8CB1-E8A6-65007B517970}"/>
                </a:ext>
              </a:extLst>
            </p:cNvPr>
            <p:cNvCxnSpPr/>
            <p:nvPr/>
          </p:nvCxnSpPr>
          <p:spPr>
            <a:xfrm flipV="1">
              <a:off x="4510997"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C1F846E8-AF1B-F371-4DBC-AFA836E40AFF}"/>
                </a:ext>
              </a:extLst>
            </p:cNvPr>
            <p:cNvSpPr/>
            <p:nvPr/>
          </p:nvSpPr>
          <p:spPr>
            <a:xfrm>
              <a:off x="5192332" y="205214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7EF160B6-E1FB-9424-BCAA-BA3F88C10267}"/>
                </a:ext>
              </a:extLst>
            </p:cNvPr>
            <p:cNvCxnSpPr>
              <a:cxnSpLocks/>
              <a:endCxn id="2" idx="2"/>
            </p:cNvCxnSpPr>
            <p:nvPr/>
          </p:nvCxnSpPr>
          <p:spPr>
            <a:xfrm>
              <a:off x="6182932" y="2367057"/>
              <a:ext cx="1128806" cy="89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202F4F0-29E4-8B75-9E7B-1D61C821D259}"/>
                </a:ext>
              </a:extLst>
            </p:cNvPr>
            <p:cNvCxnSpPr/>
            <p:nvPr/>
          </p:nvCxnSpPr>
          <p:spPr>
            <a:xfrm flipV="1">
              <a:off x="7773403" y="238702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09C51D4-1D25-2623-108C-7DA501F99953}"/>
                </a:ext>
              </a:extLst>
            </p:cNvPr>
            <p:cNvCxnSpPr>
              <a:cxnSpLocks/>
              <a:endCxn id="9" idx="4"/>
            </p:cNvCxnSpPr>
            <p:nvPr/>
          </p:nvCxnSpPr>
          <p:spPr>
            <a:xfrm flipV="1">
              <a:off x="4278221" y="259789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23C4EE3-F709-614C-9446-EF497CDA511F}"/>
                </a:ext>
              </a:extLst>
            </p:cNvPr>
            <p:cNvCxnSpPr>
              <a:cxnSpLocks/>
            </p:cNvCxnSpPr>
            <p:nvPr/>
          </p:nvCxnSpPr>
          <p:spPr>
            <a:xfrm>
              <a:off x="4270589" y="3314697"/>
              <a:ext cx="24123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C80E206-2AD0-DEAD-62D8-21DEF5A47B30}"/>
                </a:ext>
              </a:extLst>
            </p:cNvPr>
            <p:cNvSpPr/>
            <p:nvPr/>
          </p:nvSpPr>
          <p:spPr>
            <a:xfrm>
              <a:off x="5188906" y="1153510"/>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3" name="Straight Connector 42">
              <a:extLst>
                <a:ext uri="{FF2B5EF4-FFF2-40B4-BE49-F238E27FC236}">
                  <a16:creationId xmlns:a16="http://schemas.microsoft.com/office/drawing/2014/main" id="{CD91EE15-FBDB-C2EE-C8EE-021334BDB130}"/>
                </a:ext>
              </a:extLst>
            </p:cNvPr>
            <p:cNvCxnSpPr>
              <a:cxnSpLocks/>
            </p:cNvCxnSpPr>
            <p:nvPr/>
          </p:nvCxnSpPr>
          <p:spPr>
            <a:xfrm>
              <a:off x="3571893" y="1440439"/>
              <a:ext cx="1600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5490402-F89A-163B-8F2E-2350310142F5}"/>
                </a:ext>
              </a:extLst>
            </p:cNvPr>
            <p:cNvCxnSpPr>
              <a:cxnSpLocks/>
            </p:cNvCxnSpPr>
            <p:nvPr/>
          </p:nvCxnSpPr>
          <p:spPr>
            <a:xfrm flipH="1">
              <a:off x="3565703" y="1429929"/>
              <a:ext cx="0" cy="935424"/>
            </a:xfrm>
            <a:prstGeom prst="straightConnector1">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253FA50B-3C4F-3BF6-FC6C-0FFBB7BEB923}"/>
                </a:ext>
              </a:extLst>
            </p:cNvPr>
            <p:cNvSpPr txBox="1"/>
            <p:nvPr/>
          </p:nvSpPr>
          <p:spPr>
            <a:xfrm>
              <a:off x="3779517" y="198091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A7D9ACA3-0465-7E49-D16C-CDACD3683011}"/>
                </a:ext>
              </a:extLst>
            </p:cNvPr>
            <p:cNvSpPr txBox="1"/>
            <p:nvPr/>
          </p:nvSpPr>
          <p:spPr>
            <a:xfrm>
              <a:off x="4295184"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DCE84163-9CE4-88A7-420D-881BD68B95F9}"/>
                </a:ext>
              </a:extLst>
            </p:cNvPr>
            <p:cNvSpPr txBox="1"/>
            <p:nvPr/>
          </p:nvSpPr>
          <p:spPr>
            <a:xfrm>
              <a:off x="2323593" y="207316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ED089773-D4C3-A8A2-78D7-1A4D22830337}"/>
                </a:ext>
              </a:extLst>
            </p:cNvPr>
            <p:cNvSpPr txBox="1"/>
            <p:nvPr/>
          </p:nvSpPr>
          <p:spPr>
            <a:xfrm>
              <a:off x="8451739" y="215619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51FB8AD5-930B-4D70-C70A-E6BD5D32E793}"/>
                </a:ext>
              </a:extLst>
            </p:cNvPr>
            <p:cNvSpPr txBox="1"/>
            <p:nvPr/>
          </p:nvSpPr>
          <p:spPr>
            <a:xfrm>
              <a:off x="5452811"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567EBEAD-A8FD-7AF0-4CC2-0DCCC33AB818}"/>
                </a:ext>
              </a:extLst>
            </p:cNvPr>
            <p:cNvSpPr txBox="1"/>
            <p:nvPr/>
          </p:nvSpPr>
          <p:spPr>
            <a:xfrm>
              <a:off x="5466093" y="1239669"/>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2" name="Flowchart: Summing Junction 1">
              <a:extLst>
                <a:ext uri="{FF2B5EF4-FFF2-40B4-BE49-F238E27FC236}">
                  <a16:creationId xmlns:a16="http://schemas.microsoft.com/office/drawing/2014/main" id="{0DB633BB-B754-284C-2CAA-41ABCA4B5D25}"/>
                </a:ext>
              </a:extLst>
            </p:cNvPr>
            <p:cNvSpPr/>
            <p:nvPr/>
          </p:nvSpPr>
          <p:spPr>
            <a:xfrm>
              <a:off x="7311738" y="2145159"/>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ED7C16C0-628F-62C6-1B48-0F371CFF9B51}"/>
                </a:ext>
              </a:extLst>
            </p:cNvPr>
            <p:cNvCxnSpPr>
              <a:cxnSpLocks/>
            </p:cNvCxnSpPr>
            <p:nvPr/>
          </p:nvCxnSpPr>
          <p:spPr>
            <a:xfrm>
              <a:off x="6682953" y="2375992"/>
              <a:ext cx="0" cy="9387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8E18FE4-D695-3DE9-1866-EB3A7525A0FD}"/>
                </a:ext>
              </a:extLst>
            </p:cNvPr>
            <p:cNvCxnSpPr>
              <a:cxnSpLocks/>
              <a:stCxn id="38" idx="3"/>
            </p:cNvCxnSpPr>
            <p:nvPr/>
          </p:nvCxnSpPr>
          <p:spPr>
            <a:xfrm>
              <a:off x="6179506" y="1477359"/>
              <a:ext cx="135963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66FC387-53EF-FF54-BC59-513ABB1E594E}"/>
                </a:ext>
              </a:extLst>
            </p:cNvPr>
            <p:cNvCxnSpPr>
              <a:endCxn id="2" idx="0"/>
            </p:cNvCxnSpPr>
            <p:nvPr/>
          </p:nvCxnSpPr>
          <p:spPr>
            <a:xfrm>
              <a:off x="7542570" y="1477358"/>
              <a:ext cx="1" cy="66780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7" name="TextBox 86">
            <a:extLst>
              <a:ext uri="{FF2B5EF4-FFF2-40B4-BE49-F238E27FC236}">
                <a16:creationId xmlns:a16="http://schemas.microsoft.com/office/drawing/2014/main" id="{63801911-FEF3-1A5A-9A21-F57D311B6BD4}"/>
              </a:ext>
            </a:extLst>
          </p:cNvPr>
          <p:cNvSpPr txBox="1"/>
          <p:nvPr/>
        </p:nvSpPr>
        <p:spPr>
          <a:xfrm>
            <a:off x="7759928" y="177582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9C9ECDDB-F33F-E691-E35F-B7108D223FAA}"/>
              </a:ext>
            </a:extLst>
          </p:cNvPr>
          <p:cNvSpPr txBox="1"/>
          <p:nvPr/>
        </p:nvSpPr>
        <p:spPr>
          <a:xfrm>
            <a:off x="7230385" y="2032477"/>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grpSp>
        <p:nvGrpSpPr>
          <p:cNvPr id="91" name="Group 90">
            <a:extLst>
              <a:ext uri="{FF2B5EF4-FFF2-40B4-BE49-F238E27FC236}">
                <a16:creationId xmlns:a16="http://schemas.microsoft.com/office/drawing/2014/main" id="{DBB91CBB-6F7E-4403-6FFF-A96CEBEFE3C0}"/>
              </a:ext>
            </a:extLst>
          </p:cNvPr>
          <p:cNvGrpSpPr/>
          <p:nvPr/>
        </p:nvGrpSpPr>
        <p:grpSpPr>
          <a:xfrm>
            <a:off x="2472043" y="3719950"/>
            <a:ext cx="6881526" cy="1640177"/>
            <a:chOff x="2472043" y="3655364"/>
            <a:chExt cx="6881526" cy="1640177"/>
          </a:xfrm>
        </p:grpSpPr>
        <p:sp>
          <p:nvSpPr>
            <p:cNvPr id="48" name="Flowchart: Summing Junction 47">
              <a:extLst>
                <a:ext uri="{FF2B5EF4-FFF2-40B4-BE49-F238E27FC236}">
                  <a16:creationId xmlns:a16="http://schemas.microsoft.com/office/drawing/2014/main" id="{3611C6D6-90F4-87EF-18C7-68B327E3C6C2}"/>
                </a:ext>
              </a:extLst>
            </p:cNvPr>
            <p:cNvSpPr/>
            <p:nvPr/>
          </p:nvSpPr>
          <p:spPr>
            <a:xfrm>
              <a:off x="4197782" y="4638079"/>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9" name="Straight Arrow Connector 48">
              <a:extLst>
                <a:ext uri="{FF2B5EF4-FFF2-40B4-BE49-F238E27FC236}">
                  <a16:creationId xmlns:a16="http://schemas.microsoft.com/office/drawing/2014/main" id="{5804166F-76A6-4CE7-B4A9-EDE4EBF6896F}"/>
                </a:ext>
              </a:extLst>
            </p:cNvPr>
            <p:cNvCxnSpPr>
              <a:cxnSpLocks/>
            </p:cNvCxnSpPr>
            <p:nvPr/>
          </p:nvCxnSpPr>
          <p:spPr>
            <a:xfrm>
              <a:off x="3150379" y="4867207"/>
              <a:ext cx="1047403" cy="17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DFE60A8-13A6-DFBE-93C8-287F9A88CA73}"/>
                </a:ext>
              </a:extLst>
            </p:cNvPr>
            <p:cNvCxnSpPr/>
            <p:nvPr/>
          </p:nvCxnSpPr>
          <p:spPr>
            <a:xfrm flipV="1">
              <a:off x="4659447" y="4868911"/>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E08D676-6C91-0623-3461-E58627C0C81C}"/>
                </a:ext>
              </a:extLst>
            </p:cNvPr>
            <p:cNvSpPr/>
            <p:nvPr/>
          </p:nvSpPr>
          <p:spPr>
            <a:xfrm>
              <a:off x="5340781" y="4448899"/>
              <a:ext cx="1657717" cy="844241"/>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9" name="Straight Arrow Connector 58">
              <a:extLst>
                <a:ext uri="{FF2B5EF4-FFF2-40B4-BE49-F238E27FC236}">
                  <a16:creationId xmlns:a16="http://schemas.microsoft.com/office/drawing/2014/main" id="{13C159AE-9C9A-B3C3-F2A5-AEC2FCB5192F}"/>
                </a:ext>
              </a:extLst>
            </p:cNvPr>
            <p:cNvCxnSpPr>
              <a:cxnSpLocks/>
              <a:stCxn id="51" idx="3"/>
            </p:cNvCxnSpPr>
            <p:nvPr/>
          </p:nvCxnSpPr>
          <p:spPr>
            <a:xfrm>
              <a:off x="6998498" y="4871020"/>
              <a:ext cx="464395" cy="682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58EE837-B339-AFCC-EDAC-DD942F70705E}"/>
                </a:ext>
              </a:extLst>
            </p:cNvPr>
            <p:cNvCxnSpPr/>
            <p:nvPr/>
          </p:nvCxnSpPr>
          <p:spPr>
            <a:xfrm flipV="1">
              <a:off x="7921853" y="4888881"/>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B8A54C7D-6D82-C364-2FA1-D5C0410D836E}"/>
                </a:ext>
              </a:extLst>
            </p:cNvPr>
            <p:cNvSpPr/>
            <p:nvPr/>
          </p:nvSpPr>
          <p:spPr>
            <a:xfrm>
              <a:off x="5337356" y="3655364"/>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1" name="Straight Connector 70">
              <a:extLst>
                <a:ext uri="{FF2B5EF4-FFF2-40B4-BE49-F238E27FC236}">
                  <a16:creationId xmlns:a16="http://schemas.microsoft.com/office/drawing/2014/main" id="{F3FBDDD3-56F2-8A4F-59A0-241FBA0701FE}"/>
                </a:ext>
              </a:extLst>
            </p:cNvPr>
            <p:cNvCxnSpPr>
              <a:cxnSpLocks/>
            </p:cNvCxnSpPr>
            <p:nvPr/>
          </p:nvCxnSpPr>
          <p:spPr>
            <a:xfrm>
              <a:off x="3720343" y="3942293"/>
              <a:ext cx="1600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13BB5A4B-1BD8-3256-F7D7-74C6A8D3028F}"/>
                </a:ext>
              </a:extLst>
            </p:cNvPr>
            <p:cNvCxnSpPr>
              <a:cxnSpLocks/>
            </p:cNvCxnSpPr>
            <p:nvPr/>
          </p:nvCxnSpPr>
          <p:spPr>
            <a:xfrm flipH="1">
              <a:off x="3714153" y="3931783"/>
              <a:ext cx="0" cy="935424"/>
            </a:xfrm>
            <a:prstGeom prst="straightConnector1">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8C19C70E-EB4C-DBBC-4452-9BDD09DD7F5E}"/>
                </a:ext>
              </a:extLst>
            </p:cNvPr>
            <p:cNvSpPr txBox="1"/>
            <p:nvPr/>
          </p:nvSpPr>
          <p:spPr>
            <a:xfrm>
              <a:off x="3927967" y="4482770"/>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FD8D4205-3F72-C9C5-0341-5D9C9D0C24EC}"/>
                </a:ext>
              </a:extLst>
            </p:cNvPr>
            <p:cNvSpPr txBox="1"/>
            <p:nvPr/>
          </p:nvSpPr>
          <p:spPr>
            <a:xfrm>
              <a:off x="2472043" y="4575019"/>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76" name="TextBox 75">
              <a:extLst>
                <a:ext uri="{FF2B5EF4-FFF2-40B4-BE49-F238E27FC236}">
                  <a16:creationId xmlns:a16="http://schemas.microsoft.com/office/drawing/2014/main" id="{68E0F70A-FE00-45C0-C1FB-6D8A85C4C66A}"/>
                </a:ext>
              </a:extLst>
            </p:cNvPr>
            <p:cNvSpPr txBox="1"/>
            <p:nvPr/>
          </p:nvSpPr>
          <p:spPr>
            <a:xfrm>
              <a:off x="8600189" y="4658048"/>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78" name="TextBox 77">
              <a:extLst>
                <a:ext uri="{FF2B5EF4-FFF2-40B4-BE49-F238E27FC236}">
                  <a16:creationId xmlns:a16="http://schemas.microsoft.com/office/drawing/2014/main" id="{433EF2C3-252D-0B1C-7511-2E1DF318DC4B}"/>
                </a:ext>
              </a:extLst>
            </p:cNvPr>
            <p:cNvSpPr txBox="1"/>
            <p:nvPr/>
          </p:nvSpPr>
          <p:spPr>
            <a:xfrm>
              <a:off x="5614543" y="3741523"/>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79" name="Flowchart: Summing Junction 78">
              <a:extLst>
                <a:ext uri="{FF2B5EF4-FFF2-40B4-BE49-F238E27FC236}">
                  <a16:creationId xmlns:a16="http://schemas.microsoft.com/office/drawing/2014/main" id="{7CAA8387-24D6-243C-2F54-7E53D640973A}"/>
                </a:ext>
              </a:extLst>
            </p:cNvPr>
            <p:cNvSpPr/>
            <p:nvPr/>
          </p:nvSpPr>
          <p:spPr>
            <a:xfrm>
              <a:off x="7460188" y="4647013"/>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1" name="Straight Connector 80">
              <a:extLst>
                <a:ext uri="{FF2B5EF4-FFF2-40B4-BE49-F238E27FC236}">
                  <a16:creationId xmlns:a16="http://schemas.microsoft.com/office/drawing/2014/main" id="{3E82F1BB-425D-0338-22CF-9DF7D5663DC2}"/>
                </a:ext>
              </a:extLst>
            </p:cNvPr>
            <p:cNvCxnSpPr>
              <a:cxnSpLocks/>
              <a:stCxn id="70" idx="3"/>
            </p:cNvCxnSpPr>
            <p:nvPr/>
          </p:nvCxnSpPr>
          <p:spPr>
            <a:xfrm>
              <a:off x="6327956" y="3979213"/>
              <a:ext cx="135963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F11A0F15-3BFF-A757-3CDB-096822F3A569}"/>
                </a:ext>
              </a:extLst>
            </p:cNvPr>
            <p:cNvCxnSpPr>
              <a:endCxn id="79" idx="0"/>
            </p:cNvCxnSpPr>
            <p:nvPr/>
          </p:nvCxnSpPr>
          <p:spPr>
            <a:xfrm>
              <a:off x="7691020" y="3979212"/>
              <a:ext cx="1" cy="66780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F095DB89-A68C-B43E-7E30-FDB91B0FD800}"/>
                    </a:ext>
                  </a:extLst>
                </p:cNvPr>
                <p:cNvSpPr txBox="1"/>
                <p:nvPr/>
              </p:nvSpPr>
              <p:spPr>
                <a:xfrm>
                  <a:off x="5493317" y="4448899"/>
                  <a:ext cx="1403552" cy="8466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num>
                          <m:den>
                            <m:r>
                              <a:rPr lang="en-US" sz="2400" b="0" i="1" smtClean="0">
                                <a:latin typeface="Cambria Math" panose="02040503050406030204" pitchFamily="18" charset="0"/>
                              </a:rPr>
                              <m:t>1+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den>
                        </m:f>
                      </m:oMath>
                    </m:oMathPara>
                  </a14:m>
                  <a:endParaRPr lang="en-IN" sz="2400" dirty="0">
                    <a:latin typeface="Times New Roman" panose="02020603050405020304" pitchFamily="18" charset="0"/>
                    <a:cs typeface="Times New Roman" panose="02020603050405020304" pitchFamily="18" charset="0"/>
                  </a:endParaRPr>
                </a:p>
              </p:txBody>
            </p:sp>
          </mc:Choice>
          <mc:Fallback xmlns="">
            <p:sp>
              <p:nvSpPr>
                <p:cNvPr id="83" name="TextBox 82">
                  <a:extLst>
                    <a:ext uri="{FF2B5EF4-FFF2-40B4-BE49-F238E27FC236}">
                      <a16:creationId xmlns:a16="http://schemas.microsoft.com/office/drawing/2014/main" id="{F095DB89-A68C-B43E-7E30-FDB91B0FD800}"/>
                    </a:ext>
                  </a:extLst>
                </p:cNvPr>
                <p:cNvSpPr txBox="1">
                  <a:spLocks noRot="1" noChangeAspect="1" noMove="1" noResize="1" noEditPoints="1" noAdjustHandles="1" noChangeArrowheads="1" noChangeShapeType="1" noTextEdit="1"/>
                </p:cNvSpPr>
                <p:nvPr/>
              </p:nvSpPr>
              <p:spPr>
                <a:xfrm>
                  <a:off x="5493317" y="4448899"/>
                  <a:ext cx="1403552" cy="846642"/>
                </a:xfrm>
                <a:prstGeom prst="rect">
                  <a:avLst/>
                </a:prstGeom>
                <a:blipFill>
                  <a:blip r:embed="rId2"/>
                  <a:stretch>
                    <a:fillRect/>
                  </a:stretch>
                </a:blipFill>
              </p:spPr>
              <p:txBody>
                <a:bodyPr/>
                <a:lstStyle/>
                <a:p>
                  <a:r>
                    <a:rPr lang="en-IN">
                      <a:noFill/>
                    </a:rPr>
                    <a:t> </a:t>
                  </a:r>
                </a:p>
              </p:txBody>
            </p:sp>
          </mc:Fallback>
        </mc:AlternateContent>
        <p:sp>
          <p:nvSpPr>
            <p:cNvPr id="89" name="TextBox 88">
              <a:extLst>
                <a:ext uri="{FF2B5EF4-FFF2-40B4-BE49-F238E27FC236}">
                  <a16:creationId xmlns:a16="http://schemas.microsoft.com/office/drawing/2014/main" id="{A85CE370-D091-5A59-DE6D-3D5DB327DB67}"/>
                </a:ext>
              </a:extLst>
            </p:cNvPr>
            <p:cNvSpPr txBox="1"/>
            <p:nvPr/>
          </p:nvSpPr>
          <p:spPr>
            <a:xfrm>
              <a:off x="7725857" y="435492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0A92244E-DFAF-3033-125D-F355F7AA0DBB}"/>
                </a:ext>
              </a:extLst>
            </p:cNvPr>
            <p:cNvSpPr txBox="1"/>
            <p:nvPr/>
          </p:nvSpPr>
          <p:spPr>
            <a:xfrm>
              <a:off x="7218429" y="4529887"/>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8019F-A6F6-3407-55C4-D06CFEE60A4F}"/>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A96824B-27F5-D43C-93DD-46629428F2CB}"/>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823069C0-3611-247B-9BC7-B707B2131C60}"/>
              </a:ext>
            </a:extLst>
          </p:cNvPr>
          <p:cNvSpPr>
            <a:spLocks noGrp="1"/>
          </p:cNvSpPr>
          <p:nvPr>
            <p:ph type="sldNum" sz="quarter" idx="12"/>
          </p:nvPr>
        </p:nvSpPr>
        <p:spPr/>
        <p:txBody>
          <a:bodyPr/>
          <a:lstStyle/>
          <a:p>
            <a:fld id="{DFFB4172-2071-4B6D-9A3C-0848A49D4CBF}" type="slidenum">
              <a:rPr lang="en-US" smtClean="0"/>
              <a:pPr/>
              <a:t>24</a:t>
            </a:fld>
            <a:endParaRPr lang="en-US"/>
          </a:p>
        </p:txBody>
      </p:sp>
      <p:grpSp>
        <p:nvGrpSpPr>
          <p:cNvPr id="2" name="Group 1">
            <a:extLst>
              <a:ext uri="{FF2B5EF4-FFF2-40B4-BE49-F238E27FC236}">
                <a16:creationId xmlns:a16="http://schemas.microsoft.com/office/drawing/2014/main" id="{D2C8ACBC-A2F5-C2B6-45BA-F7E88CA6F817}"/>
              </a:ext>
            </a:extLst>
          </p:cNvPr>
          <p:cNvGrpSpPr/>
          <p:nvPr/>
        </p:nvGrpSpPr>
        <p:grpSpPr>
          <a:xfrm>
            <a:off x="2423319" y="792410"/>
            <a:ext cx="6881526" cy="1640177"/>
            <a:chOff x="2423319" y="792410"/>
            <a:chExt cx="6881526" cy="1640177"/>
          </a:xfrm>
        </p:grpSpPr>
        <p:sp>
          <p:nvSpPr>
            <p:cNvPr id="88" name="TextBox 87">
              <a:extLst>
                <a:ext uri="{FF2B5EF4-FFF2-40B4-BE49-F238E27FC236}">
                  <a16:creationId xmlns:a16="http://schemas.microsoft.com/office/drawing/2014/main" id="{7959CFCF-57E4-2B95-CAB7-0AD7861129AC}"/>
                </a:ext>
              </a:extLst>
            </p:cNvPr>
            <p:cNvSpPr txBox="1"/>
            <p:nvPr/>
          </p:nvSpPr>
          <p:spPr>
            <a:xfrm>
              <a:off x="7147719" y="2032477"/>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grpSp>
          <p:nvGrpSpPr>
            <p:cNvPr id="91" name="Group 90">
              <a:extLst>
                <a:ext uri="{FF2B5EF4-FFF2-40B4-BE49-F238E27FC236}">
                  <a16:creationId xmlns:a16="http://schemas.microsoft.com/office/drawing/2014/main" id="{8AD546BE-1839-CEC3-CFEB-1A59A4AFF4C2}"/>
                </a:ext>
              </a:extLst>
            </p:cNvPr>
            <p:cNvGrpSpPr/>
            <p:nvPr/>
          </p:nvGrpSpPr>
          <p:grpSpPr>
            <a:xfrm>
              <a:off x="2423319" y="792410"/>
              <a:ext cx="6881526" cy="1640177"/>
              <a:chOff x="2472043" y="3655364"/>
              <a:chExt cx="6881526" cy="1640177"/>
            </a:xfrm>
          </p:grpSpPr>
          <p:sp>
            <p:nvSpPr>
              <p:cNvPr id="48" name="Flowchart: Summing Junction 47">
                <a:extLst>
                  <a:ext uri="{FF2B5EF4-FFF2-40B4-BE49-F238E27FC236}">
                    <a16:creationId xmlns:a16="http://schemas.microsoft.com/office/drawing/2014/main" id="{1CF820C0-4D9B-6815-0817-E4B9714F4B62}"/>
                  </a:ext>
                </a:extLst>
              </p:cNvPr>
              <p:cNvSpPr/>
              <p:nvPr/>
            </p:nvSpPr>
            <p:spPr>
              <a:xfrm>
                <a:off x="4197782" y="4638079"/>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9" name="Straight Arrow Connector 48">
                <a:extLst>
                  <a:ext uri="{FF2B5EF4-FFF2-40B4-BE49-F238E27FC236}">
                    <a16:creationId xmlns:a16="http://schemas.microsoft.com/office/drawing/2014/main" id="{AEB5AA3B-8C3F-A836-7D23-904C452DA181}"/>
                  </a:ext>
                </a:extLst>
              </p:cNvPr>
              <p:cNvCxnSpPr>
                <a:cxnSpLocks/>
              </p:cNvCxnSpPr>
              <p:nvPr/>
            </p:nvCxnSpPr>
            <p:spPr>
              <a:xfrm>
                <a:off x="3150379" y="4867207"/>
                <a:ext cx="1047403" cy="17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66EE07A-F1C7-47D6-7F07-9755F90C0D0B}"/>
                  </a:ext>
                </a:extLst>
              </p:cNvPr>
              <p:cNvCxnSpPr/>
              <p:nvPr/>
            </p:nvCxnSpPr>
            <p:spPr>
              <a:xfrm flipV="1">
                <a:off x="4659447" y="4868911"/>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9EE54E42-7ADF-B1C8-F009-6DF0F669C741}"/>
                  </a:ext>
                </a:extLst>
              </p:cNvPr>
              <p:cNvSpPr/>
              <p:nvPr/>
            </p:nvSpPr>
            <p:spPr>
              <a:xfrm>
                <a:off x="5340781" y="4448899"/>
                <a:ext cx="1657717" cy="844241"/>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9" name="Straight Arrow Connector 58">
                <a:extLst>
                  <a:ext uri="{FF2B5EF4-FFF2-40B4-BE49-F238E27FC236}">
                    <a16:creationId xmlns:a16="http://schemas.microsoft.com/office/drawing/2014/main" id="{423DAC3D-7035-7D35-C799-6734D1F8DDD9}"/>
                  </a:ext>
                </a:extLst>
              </p:cNvPr>
              <p:cNvCxnSpPr>
                <a:cxnSpLocks/>
                <a:stCxn id="51" idx="3"/>
              </p:cNvCxnSpPr>
              <p:nvPr/>
            </p:nvCxnSpPr>
            <p:spPr>
              <a:xfrm>
                <a:off x="6998498" y="4871020"/>
                <a:ext cx="464395" cy="682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2D34BFE-EE29-9A05-CED2-47A977C8891A}"/>
                  </a:ext>
                </a:extLst>
              </p:cNvPr>
              <p:cNvCxnSpPr/>
              <p:nvPr/>
            </p:nvCxnSpPr>
            <p:spPr>
              <a:xfrm flipV="1">
                <a:off x="7921853" y="4888881"/>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1EC50918-3477-A01C-4053-4247D08F8248}"/>
                  </a:ext>
                </a:extLst>
              </p:cNvPr>
              <p:cNvSpPr/>
              <p:nvPr/>
            </p:nvSpPr>
            <p:spPr>
              <a:xfrm>
                <a:off x="5337356" y="3655364"/>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1" name="Straight Connector 70">
                <a:extLst>
                  <a:ext uri="{FF2B5EF4-FFF2-40B4-BE49-F238E27FC236}">
                    <a16:creationId xmlns:a16="http://schemas.microsoft.com/office/drawing/2014/main" id="{2C577157-1554-76E0-6302-0D1450495E1C}"/>
                  </a:ext>
                </a:extLst>
              </p:cNvPr>
              <p:cNvCxnSpPr>
                <a:cxnSpLocks/>
              </p:cNvCxnSpPr>
              <p:nvPr/>
            </p:nvCxnSpPr>
            <p:spPr>
              <a:xfrm>
                <a:off x="3720343" y="3942293"/>
                <a:ext cx="1600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32B5E28-1F9F-CA2C-5E1E-5F40724BBCEB}"/>
                  </a:ext>
                </a:extLst>
              </p:cNvPr>
              <p:cNvCxnSpPr>
                <a:cxnSpLocks/>
              </p:cNvCxnSpPr>
              <p:nvPr/>
            </p:nvCxnSpPr>
            <p:spPr>
              <a:xfrm flipH="1">
                <a:off x="3714153" y="3931783"/>
                <a:ext cx="0" cy="935424"/>
              </a:xfrm>
              <a:prstGeom prst="straightConnector1">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47D2D03D-AE34-AB48-53EB-601BFE3BA7AD}"/>
                  </a:ext>
                </a:extLst>
              </p:cNvPr>
              <p:cNvSpPr txBox="1"/>
              <p:nvPr/>
            </p:nvSpPr>
            <p:spPr>
              <a:xfrm>
                <a:off x="3927967" y="4482770"/>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C595F170-F92A-07C5-D960-C74DE01239F1}"/>
                  </a:ext>
                </a:extLst>
              </p:cNvPr>
              <p:cNvSpPr txBox="1"/>
              <p:nvPr/>
            </p:nvSpPr>
            <p:spPr>
              <a:xfrm>
                <a:off x="2472043" y="4575019"/>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76" name="TextBox 75">
                <a:extLst>
                  <a:ext uri="{FF2B5EF4-FFF2-40B4-BE49-F238E27FC236}">
                    <a16:creationId xmlns:a16="http://schemas.microsoft.com/office/drawing/2014/main" id="{D0DCCC2D-D977-4C2A-1B09-50846E74C1D3}"/>
                  </a:ext>
                </a:extLst>
              </p:cNvPr>
              <p:cNvSpPr txBox="1"/>
              <p:nvPr/>
            </p:nvSpPr>
            <p:spPr>
              <a:xfrm>
                <a:off x="8600189" y="4658048"/>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78" name="TextBox 77">
                <a:extLst>
                  <a:ext uri="{FF2B5EF4-FFF2-40B4-BE49-F238E27FC236}">
                    <a16:creationId xmlns:a16="http://schemas.microsoft.com/office/drawing/2014/main" id="{0C148F29-B515-3E66-94C9-340CC3DD55DC}"/>
                  </a:ext>
                </a:extLst>
              </p:cNvPr>
              <p:cNvSpPr txBox="1"/>
              <p:nvPr/>
            </p:nvSpPr>
            <p:spPr>
              <a:xfrm>
                <a:off x="5614543" y="3741523"/>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79" name="Flowchart: Summing Junction 78">
                <a:extLst>
                  <a:ext uri="{FF2B5EF4-FFF2-40B4-BE49-F238E27FC236}">
                    <a16:creationId xmlns:a16="http://schemas.microsoft.com/office/drawing/2014/main" id="{000F1B0B-628C-37DE-FA39-990214DE3928}"/>
                  </a:ext>
                </a:extLst>
              </p:cNvPr>
              <p:cNvSpPr/>
              <p:nvPr/>
            </p:nvSpPr>
            <p:spPr>
              <a:xfrm>
                <a:off x="7460188" y="4647013"/>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1" name="Straight Connector 80">
                <a:extLst>
                  <a:ext uri="{FF2B5EF4-FFF2-40B4-BE49-F238E27FC236}">
                    <a16:creationId xmlns:a16="http://schemas.microsoft.com/office/drawing/2014/main" id="{D1AFC995-BF64-DD0F-4344-F6BD2009EBE4}"/>
                  </a:ext>
                </a:extLst>
              </p:cNvPr>
              <p:cNvCxnSpPr>
                <a:cxnSpLocks/>
                <a:stCxn id="70" idx="3"/>
              </p:cNvCxnSpPr>
              <p:nvPr/>
            </p:nvCxnSpPr>
            <p:spPr>
              <a:xfrm>
                <a:off x="6327956" y="3979213"/>
                <a:ext cx="135963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A94E785D-0D4C-FC3E-8732-B4CD24B28E65}"/>
                  </a:ext>
                </a:extLst>
              </p:cNvPr>
              <p:cNvCxnSpPr>
                <a:endCxn id="79" idx="0"/>
              </p:cNvCxnSpPr>
              <p:nvPr/>
            </p:nvCxnSpPr>
            <p:spPr>
              <a:xfrm>
                <a:off x="7691020" y="3979212"/>
                <a:ext cx="1" cy="66780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87BCC67A-9BA4-27B3-98A6-A9D548919718}"/>
                      </a:ext>
                    </a:extLst>
                  </p:cNvPr>
                  <p:cNvSpPr txBox="1"/>
                  <p:nvPr/>
                </p:nvSpPr>
                <p:spPr>
                  <a:xfrm>
                    <a:off x="5493317" y="4448899"/>
                    <a:ext cx="1403552" cy="8466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num>
                            <m:den>
                              <m:r>
                                <a:rPr lang="en-US" sz="2400" b="0" i="1" smtClean="0">
                                  <a:latin typeface="Cambria Math" panose="02040503050406030204" pitchFamily="18" charset="0"/>
                                </a:rPr>
                                <m:t>1+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den>
                          </m:f>
                        </m:oMath>
                      </m:oMathPara>
                    </a14:m>
                    <a:endParaRPr lang="en-IN" sz="2400" dirty="0">
                      <a:latin typeface="Times New Roman" panose="02020603050405020304" pitchFamily="18" charset="0"/>
                      <a:cs typeface="Times New Roman" panose="02020603050405020304" pitchFamily="18" charset="0"/>
                    </a:endParaRPr>
                  </a:p>
                </p:txBody>
              </p:sp>
            </mc:Choice>
            <mc:Fallback xmlns="">
              <p:sp>
                <p:nvSpPr>
                  <p:cNvPr id="83" name="TextBox 82">
                    <a:extLst>
                      <a:ext uri="{FF2B5EF4-FFF2-40B4-BE49-F238E27FC236}">
                        <a16:creationId xmlns:a16="http://schemas.microsoft.com/office/drawing/2014/main" id="{87BCC67A-9BA4-27B3-98A6-A9D548919718}"/>
                      </a:ext>
                    </a:extLst>
                  </p:cNvPr>
                  <p:cNvSpPr txBox="1">
                    <a:spLocks noRot="1" noChangeAspect="1" noMove="1" noResize="1" noEditPoints="1" noAdjustHandles="1" noChangeArrowheads="1" noChangeShapeType="1" noTextEdit="1"/>
                  </p:cNvSpPr>
                  <p:nvPr/>
                </p:nvSpPr>
                <p:spPr>
                  <a:xfrm>
                    <a:off x="5493317" y="4448899"/>
                    <a:ext cx="1403552" cy="846642"/>
                  </a:xfrm>
                  <a:prstGeom prst="rect">
                    <a:avLst/>
                  </a:prstGeom>
                  <a:blipFill>
                    <a:blip r:embed="rId2"/>
                    <a:stretch>
                      <a:fillRect/>
                    </a:stretch>
                  </a:blipFill>
                </p:spPr>
                <p:txBody>
                  <a:bodyPr/>
                  <a:lstStyle/>
                  <a:p>
                    <a:r>
                      <a:rPr lang="en-IN">
                        <a:noFill/>
                      </a:rPr>
                      <a:t> </a:t>
                    </a:r>
                  </a:p>
                </p:txBody>
              </p:sp>
            </mc:Fallback>
          </mc:AlternateContent>
          <p:sp>
            <p:nvSpPr>
              <p:cNvPr id="89" name="TextBox 88">
                <a:extLst>
                  <a:ext uri="{FF2B5EF4-FFF2-40B4-BE49-F238E27FC236}">
                    <a16:creationId xmlns:a16="http://schemas.microsoft.com/office/drawing/2014/main" id="{D3ABF162-9097-DBD7-63A7-9E0663DE51E8}"/>
                  </a:ext>
                </a:extLst>
              </p:cNvPr>
              <p:cNvSpPr txBox="1"/>
              <p:nvPr/>
            </p:nvSpPr>
            <p:spPr>
              <a:xfrm>
                <a:off x="7725857" y="435492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DD0A578E-3EBA-D658-4661-CA080F83B56B}"/>
                  </a:ext>
                </a:extLst>
              </p:cNvPr>
              <p:cNvSpPr txBox="1"/>
              <p:nvPr/>
            </p:nvSpPr>
            <p:spPr>
              <a:xfrm>
                <a:off x="7196443" y="4463154"/>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492D3C6-FFBC-D6BA-0AC5-3BF381FA5629}"/>
                  </a:ext>
                </a:extLst>
              </p:cNvPr>
              <p:cNvSpPr txBox="1"/>
              <p:nvPr/>
            </p:nvSpPr>
            <p:spPr>
              <a:xfrm>
                <a:off x="3176699" y="3275488"/>
                <a:ext cx="5638800" cy="2076209"/>
              </a:xfrm>
              <a:prstGeom prst="rect">
                <a:avLst/>
              </a:prstGeom>
              <a:noFill/>
            </p:spPr>
            <p:txBody>
              <a:bodyPr wrap="square" rtlCol="0">
                <a:spAutoFit/>
              </a:bodyPr>
              <a:lstStyle/>
              <a:p>
                <a14:m>
                  <m:oMath xmlns:m="http://schemas.openxmlformats.org/officeDocument/2006/math">
                    <m:f>
                      <m:fPr>
                        <m:ctrlPr>
                          <a:rPr lang="en-IN" sz="2800" i="1" smtClean="0">
                            <a:latin typeface="Cambria Math" panose="02040503050406030204" pitchFamily="18" charset="0"/>
                          </a:rPr>
                        </m:ctrlPr>
                      </m:fPr>
                      <m:num>
                        <m:r>
                          <a:rPr lang="en-US" sz="2800" b="0" i="1" smtClean="0">
                            <a:latin typeface="Cambria Math" panose="02040503050406030204" pitchFamily="18" charset="0"/>
                          </a:rPr>
                          <m:t>𝐶</m:t>
                        </m:r>
                        <m:r>
                          <a:rPr lang="en-US" sz="2800" b="0" i="1" smtClean="0">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m:t>
                        </m:r>
                      </m:num>
                      <m:den>
                        <m:r>
                          <a:rPr lang="en-US" sz="2800" b="0" i="1" smtClean="0">
                            <a:latin typeface="Cambria Math" panose="02040503050406030204" pitchFamily="18" charset="0"/>
                          </a:rPr>
                          <m:t>𝑅</m:t>
                        </m:r>
                        <m:r>
                          <a:rPr lang="en-US" sz="2800" b="0" i="1" smtClean="0">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m:t>
                        </m:r>
                      </m:den>
                    </m:f>
                  </m:oMath>
                </a14:m>
                <a:r>
                  <a:rPr lang="en-IN" sz="2800" dirty="0"/>
                  <a:t> = </a:t>
                </a:r>
                <a14:m>
                  <m:oMath xmlns:m="http://schemas.openxmlformats.org/officeDocument/2006/math">
                    <m:sSub>
                      <m:sSubPr>
                        <m:ctrlPr>
                          <a:rPr lang="en-IN" sz="2800" i="1" smtClean="0">
                            <a:latin typeface="Cambria Math" panose="02040503050406030204" pitchFamily="18" charset="0"/>
                          </a:rPr>
                        </m:ctrlPr>
                      </m:sSubPr>
                      <m:e>
                        <m:r>
                          <a:rPr lang="en-US" sz="2800" b="0" i="1" smtClean="0">
                            <a:latin typeface="Cambria Math" panose="02040503050406030204" pitchFamily="18" charset="0"/>
                          </a:rPr>
                          <m:t>𝐺</m:t>
                        </m:r>
                      </m:e>
                      <m:sub>
                        <m:r>
                          <a:rPr lang="en-US" sz="2800" b="0" i="1" smtClean="0">
                            <a:latin typeface="Cambria Math" panose="02040503050406030204" pitchFamily="18" charset="0"/>
                          </a:rPr>
                          <m:t>2</m:t>
                        </m:r>
                      </m:sub>
                    </m:sSub>
                  </m:oMath>
                </a14:m>
                <a:r>
                  <a:rPr lang="en-IN" sz="2800" dirty="0"/>
                  <a:t> + </a:t>
                </a:r>
                <a14:m>
                  <m:oMath xmlns:m="http://schemas.openxmlformats.org/officeDocument/2006/math">
                    <m:f>
                      <m:fPr>
                        <m:ctrlPr>
                          <a:rPr lang="en-IN" sz="3200" i="1" smtClean="0">
                            <a:latin typeface="Cambria Math" panose="02040503050406030204" pitchFamily="18" charset="0"/>
                          </a:rPr>
                        </m:ctrlPr>
                      </m:fPr>
                      <m:num>
                        <m:sSub>
                          <m:sSubPr>
                            <m:ctrlPr>
                              <a:rPr lang="en-IN" sz="320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1</m:t>
                            </m:r>
                          </m:sub>
                        </m:sSub>
                      </m:num>
                      <m:den>
                        <m:r>
                          <a:rPr lang="en-US" sz="3200" b="0" i="1" smtClean="0">
                            <a:latin typeface="Cambria Math" panose="02040503050406030204" pitchFamily="18" charset="0"/>
                          </a:rPr>
                          <m:t>1+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1</m:t>
                            </m:r>
                          </m:sub>
                        </m:sSub>
                      </m:den>
                    </m:f>
                  </m:oMath>
                </a14:m>
                <a:r>
                  <a:rPr lang="en-IN" sz="2800" dirty="0"/>
                  <a:t> = </a:t>
                </a:r>
                <a14:m>
                  <m:oMath xmlns:m="http://schemas.openxmlformats.org/officeDocument/2006/math">
                    <m:f>
                      <m:fPr>
                        <m:ctrlPr>
                          <a:rPr lang="en-IN" sz="3200" i="1" dirty="0" smtClean="0">
                            <a:latin typeface="Cambria Math" panose="02040503050406030204" pitchFamily="18" charset="0"/>
                          </a:rPr>
                        </m:ctrlPr>
                      </m:fPr>
                      <m:num>
                        <m:sSub>
                          <m:sSubPr>
                            <m:ctrlPr>
                              <a:rPr lang="en-IN" sz="3200" i="1" dirty="0" smtClean="0">
                                <a:latin typeface="Cambria Math" panose="02040503050406030204" pitchFamily="18" charset="0"/>
                              </a:rPr>
                            </m:ctrlPr>
                          </m:sSubPr>
                          <m:e>
                            <m:r>
                              <a:rPr lang="en-US" sz="3200" b="0" i="1" dirty="0" smtClean="0">
                                <a:latin typeface="Cambria Math" panose="02040503050406030204" pitchFamily="18" charset="0"/>
                              </a:rPr>
                              <m:t>𝐺</m:t>
                            </m:r>
                          </m:e>
                          <m:sub>
                            <m:r>
                              <a:rPr lang="en-US" sz="3200" b="0" i="1" dirty="0" smtClean="0">
                                <a:latin typeface="Cambria Math" panose="02040503050406030204" pitchFamily="18" charset="0"/>
                              </a:rPr>
                              <m:t>2 </m:t>
                            </m:r>
                          </m:sub>
                        </m:sSub>
                        <m:d>
                          <m:dPr>
                            <m:ctrlPr>
                              <a:rPr lang="en-US" sz="3200" b="0" i="1" dirty="0" smtClean="0">
                                <a:latin typeface="Cambria Math" panose="02040503050406030204" pitchFamily="18" charset="0"/>
                              </a:rPr>
                            </m:ctrlPr>
                          </m:dPr>
                          <m:e>
                            <m:r>
                              <a:rPr lang="en-US" sz="3200" b="0" i="1" dirty="0" smtClean="0">
                                <a:latin typeface="Cambria Math" panose="02040503050406030204" pitchFamily="18" charset="0"/>
                              </a:rPr>
                              <m:t>1+ </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𝐺</m:t>
                                </m:r>
                              </m:e>
                              <m:sub>
                                <m:r>
                                  <a:rPr lang="en-US" sz="3200" b="0" i="1" dirty="0" smtClean="0">
                                    <a:latin typeface="Cambria Math" panose="02040503050406030204" pitchFamily="18" charset="0"/>
                                  </a:rPr>
                                  <m:t>1</m:t>
                                </m:r>
                              </m:sub>
                            </m:sSub>
                          </m:e>
                        </m:d>
                        <m:r>
                          <a:rPr lang="en-US" sz="3200" b="0" i="1" dirty="0" smtClean="0">
                            <a:latin typeface="Cambria Math" panose="02040503050406030204" pitchFamily="18" charset="0"/>
                          </a:rPr>
                          <m:t>+ </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𝐺</m:t>
                            </m:r>
                          </m:e>
                          <m:sub>
                            <m:r>
                              <a:rPr lang="en-US" sz="3200" b="0" i="1" dirty="0" smtClean="0">
                                <a:latin typeface="Cambria Math" panose="02040503050406030204" pitchFamily="18" charset="0"/>
                              </a:rPr>
                              <m:t>1</m:t>
                            </m:r>
                          </m:sub>
                        </m:sSub>
                      </m:num>
                      <m:den>
                        <m:r>
                          <a:rPr lang="en-US" sz="3200" b="0" i="1" dirty="0" smtClean="0">
                            <a:latin typeface="Cambria Math" panose="02040503050406030204" pitchFamily="18" charset="0"/>
                          </a:rPr>
                          <m:t>1+ </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𝐺</m:t>
                            </m:r>
                          </m:e>
                          <m:sub>
                            <m:r>
                              <a:rPr lang="en-US" sz="3200" b="0" i="1" dirty="0" smtClean="0">
                                <a:latin typeface="Cambria Math" panose="02040503050406030204" pitchFamily="18" charset="0"/>
                              </a:rPr>
                              <m:t>1</m:t>
                            </m:r>
                          </m:sub>
                        </m:sSub>
                      </m:den>
                    </m:f>
                  </m:oMath>
                </a14:m>
                <a:r>
                  <a:rPr lang="en-IN" sz="2800" dirty="0"/>
                  <a:t> </a:t>
                </a:r>
              </a:p>
              <a:p>
                <a:endParaRPr lang="en-IN" sz="2800" dirty="0"/>
              </a:p>
              <a:p>
                <a14:m>
                  <m:oMath xmlns:m="http://schemas.openxmlformats.org/officeDocument/2006/math">
                    <m:f>
                      <m:fPr>
                        <m:ctrlPr>
                          <a:rPr lang="en-IN" sz="2800" i="1" smtClean="0">
                            <a:latin typeface="Cambria Math" panose="02040503050406030204" pitchFamily="18" charset="0"/>
                          </a:rPr>
                        </m:ctrlPr>
                      </m:fPr>
                      <m:num>
                        <m:r>
                          <a:rPr lang="en-US" sz="2800" b="0" i="1" smtClean="0">
                            <a:latin typeface="Cambria Math" panose="02040503050406030204" pitchFamily="18" charset="0"/>
                          </a:rPr>
                          <m:t>𝐶</m:t>
                        </m:r>
                        <m:r>
                          <a:rPr lang="en-US" sz="2800" b="0" i="1" smtClean="0">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m:t>
                        </m:r>
                      </m:num>
                      <m:den>
                        <m:r>
                          <a:rPr lang="en-US" sz="2800" b="0" i="1" smtClean="0">
                            <a:latin typeface="Cambria Math" panose="02040503050406030204" pitchFamily="18" charset="0"/>
                          </a:rPr>
                          <m:t>𝑅</m:t>
                        </m:r>
                        <m:r>
                          <a:rPr lang="en-US" sz="2800" b="0" i="1" smtClean="0">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m:t>
                        </m:r>
                      </m:den>
                    </m:f>
                  </m:oMath>
                </a14:m>
                <a:r>
                  <a:rPr lang="en-IN" sz="3200" dirty="0"/>
                  <a:t> = </a:t>
                </a:r>
                <a14:m>
                  <m:oMath xmlns:m="http://schemas.openxmlformats.org/officeDocument/2006/math">
                    <m:f>
                      <m:fPr>
                        <m:ctrlPr>
                          <a:rPr lang="en-IN" sz="3200" i="1" smtClean="0">
                            <a:latin typeface="Cambria Math" panose="02040503050406030204" pitchFamily="18" charset="0"/>
                          </a:rPr>
                        </m:ctrlPr>
                      </m:fPr>
                      <m:num>
                        <m:sSub>
                          <m:sSubPr>
                            <m:ctrlPr>
                              <a:rPr lang="en-IN" sz="320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1  </m:t>
                            </m:r>
                          </m:sub>
                        </m:sSub>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 </m:t>
                        </m:r>
                        <m:sSub>
                          <m:sSubPr>
                            <m:ctrlPr>
                              <a:rPr lang="en-US" sz="3200" b="0" i="1" smtClean="0">
                                <a:solidFill>
                                  <a:srgbClr val="836967"/>
                                </a:solidFill>
                                <a:latin typeface="Cambria Math" panose="02040503050406030204" pitchFamily="18" charset="0"/>
                              </a:rPr>
                            </m:ctrlPr>
                          </m:sSubPr>
                          <m:e>
                            <m:sSub>
                              <m:sSubPr>
                                <m:ctrlPr>
                                  <a:rPr lang="en-US" sz="3200" b="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𝐺</m:t>
                                </m:r>
                              </m:e>
                              <m:sub>
                                <m:r>
                                  <a:rPr lang="en-US" sz="3200" b="0" i="1" smtClean="0">
                                    <a:solidFill>
                                      <a:schemeClr val="tx1"/>
                                    </a:solidFill>
                                    <a:latin typeface="Cambria Math" panose="02040503050406030204" pitchFamily="18" charset="0"/>
                                  </a:rPr>
                                  <m:t>1</m:t>
                                </m:r>
                              </m:sub>
                            </m:sSub>
                            <m:r>
                              <a:rPr lang="en-US" sz="3200" b="0" i="1" smtClean="0">
                                <a:latin typeface="Cambria Math" panose="02040503050406030204" pitchFamily="18" charset="0"/>
                              </a:rPr>
                              <m:t>𝐺</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 </m:t>
                        </m:r>
                      </m:num>
                      <m:den>
                        <m:r>
                          <a:rPr lang="en-US" sz="3200" b="0" i="1" smtClean="0">
                            <a:latin typeface="Cambria Math" panose="02040503050406030204" pitchFamily="18" charset="0"/>
                          </a:rPr>
                          <m:t>1+ </m:t>
                        </m:r>
                        <m:sSub>
                          <m:sSubPr>
                            <m:ctrlPr>
                              <a:rPr lang="en-US" sz="3200" b="0" i="1" smtClean="0">
                                <a:solidFill>
                                  <a:srgbClr val="836967"/>
                                </a:solidFill>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1</m:t>
                            </m:r>
                          </m:sub>
                        </m:sSub>
                      </m:den>
                    </m:f>
                  </m:oMath>
                </a14:m>
                <a:r>
                  <a:rPr lang="en-IN" sz="3200" dirty="0"/>
                  <a:t>   </a:t>
                </a:r>
                <a:endParaRPr lang="en-IN" sz="2800" dirty="0"/>
              </a:p>
            </p:txBody>
          </p:sp>
        </mc:Choice>
        <mc:Fallback xmlns="">
          <p:sp>
            <p:nvSpPr>
              <p:cNvPr id="10" name="TextBox 9">
                <a:extLst>
                  <a:ext uri="{FF2B5EF4-FFF2-40B4-BE49-F238E27FC236}">
                    <a16:creationId xmlns:a16="http://schemas.microsoft.com/office/drawing/2014/main" id="{F492D3C6-FFBC-D6BA-0AC5-3BF381FA5629}"/>
                  </a:ext>
                </a:extLst>
              </p:cNvPr>
              <p:cNvSpPr txBox="1">
                <a:spLocks noRot="1" noChangeAspect="1" noMove="1" noResize="1" noEditPoints="1" noAdjustHandles="1" noChangeArrowheads="1" noChangeShapeType="1" noTextEdit="1"/>
              </p:cNvSpPr>
              <p:nvPr/>
            </p:nvSpPr>
            <p:spPr>
              <a:xfrm>
                <a:off x="3176699" y="3275488"/>
                <a:ext cx="5638800" cy="2076209"/>
              </a:xfrm>
              <a:prstGeom prst="rect">
                <a:avLst/>
              </a:prstGeom>
              <a:blipFill>
                <a:blip r:embed="rId3"/>
                <a:stretch>
                  <a:fillRect b="-1173"/>
                </a:stretch>
              </a:blipFill>
            </p:spPr>
            <p:txBody>
              <a:bodyPr/>
              <a:lstStyle/>
              <a:p>
                <a:r>
                  <a:rPr lang="en-IN">
                    <a:noFill/>
                  </a:rPr>
                  <a:t> </a:t>
                </a:r>
              </a:p>
            </p:txBody>
          </p:sp>
        </mc:Fallback>
      </mc:AlternateContent>
    </p:spTree>
    <p:extLst>
      <p:ext uri="{BB962C8B-B14F-4D97-AF65-F5344CB8AC3E}">
        <p14:creationId xmlns:p14="http://schemas.microsoft.com/office/powerpoint/2010/main" val="841757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7E30-E2E8-C5FD-1A50-CAAD9CB938A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66C842A-5373-D373-01A0-B818B01FFAE8}"/>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177C607E-F020-DC63-08A1-340B4D811C37}"/>
              </a:ext>
            </a:extLst>
          </p:cNvPr>
          <p:cNvSpPr>
            <a:spLocks noGrp="1"/>
          </p:cNvSpPr>
          <p:nvPr>
            <p:ph type="sldNum" sz="quarter" idx="12"/>
          </p:nvPr>
        </p:nvSpPr>
        <p:spPr/>
        <p:txBody>
          <a:bodyPr/>
          <a:lstStyle/>
          <a:p>
            <a:fld id="{DFFB4172-2071-4B6D-9A3C-0848A49D4CBF}" type="slidenum">
              <a:rPr lang="en-US" smtClean="0"/>
              <a:pPr/>
              <a:t>25</a:t>
            </a:fld>
            <a:endParaRPr lang="en-US"/>
          </a:p>
        </p:txBody>
      </p:sp>
      <p:sp>
        <p:nvSpPr>
          <p:cNvPr id="7" name="TextBox 6">
            <a:extLst>
              <a:ext uri="{FF2B5EF4-FFF2-40B4-BE49-F238E27FC236}">
                <a16:creationId xmlns:a16="http://schemas.microsoft.com/office/drawing/2014/main" id="{F37AE409-23F1-86D3-27FE-A3186EC84E62}"/>
              </a:ext>
            </a:extLst>
          </p:cNvPr>
          <p:cNvSpPr txBox="1"/>
          <p:nvPr/>
        </p:nvSpPr>
        <p:spPr>
          <a:xfrm>
            <a:off x="405225" y="228600"/>
            <a:ext cx="113538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3. Determine the ratio C(s)/R(s) for the system shown in fig.</a:t>
            </a:r>
            <a:endParaRPr lang="en-IN" sz="24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18BA10AA-0119-34CA-A0A6-22F8D0B8497E}"/>
              </a:ext>
            </a:extLst>
          </p:cNvPr>
          <p:cNvSpPr txBox="1"/>
          <p:nvPr/>
        </p:nvSpPr>
        <p:spPr>
          <a:xfrm>
            <a:off x="11177056" y="1807850"/>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grpSp>
        <p:nvGrpSpPr>
          <p:cNvPr id="91" name="Group 90">
            <a:extLst>
              <a:ext uri="{FF2B5EF4-FFF2-40B4-BE49-F238E27FC236}">
                <a16:creationId xmlns:a16="http://schemas.microsoft.com/office/drawing/2014/main" id="{C374C7C0-E090-9EA7-EA29-2212D4E1E283}"/>
              </a:ext>
            </a:extLst>
          </p:cNvPr>
          <p:cNvGrpSpPr/>
          <p:nvPr/>
        </p:nvGrpSpPr>
        <p:grpSpPr>
          <a:xfrm>
            <a:off x="594519" y="893404"/>
            <a:ext cx="10741061" cy="2611796"/>
            <a:chOff x="746919" y="1028703"/>
            <a:chExt cx="10741061" cy="2611796"/>
          </a:xfrm>
        </p:grpSpPr>
        <p:sp>
          <p:nvSpPr>
            <p:cNvPr id="9" name="Flowchart: Summing Junction 8">
              <a:extLst>
                <a:ext uri="{FF2B5EF4-FFF2-40B4-BE49-F238E27FC236}">
                  <a16:creationId xmlns:a16="http://schemas.microsoft.com/office/drawing/2014/main" id="{756D7BF7-3C36-EF04-7C40-A0D2975D9C5F}"/>
                </a:ext>
              </a:extLst>
            </p:cNvPr>
            <p:cNvSpPr/>
            <p:nvPr/>
          </p:nvSpPr>
          <p:spPr>
            <a:xfrm>
              <a:off x="2124589" y="2136225"/>
              <a:ext cx="461665" cy="461665"/>
            </a:xfrm>
            <a:prstGeom prst="flowChartSummingJunction">
              <a:avLst/>
            </a:prstGeom>
            <a:solidFill>
              <a:srgbClr val="D0EBB3"/>
            </a:solidFill>
            <a:ln w="19050">
              <a:solidFill>
                <a:schemeClr val="tx1"/>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Summing Junction 9">
              <a:extLst>
                <a:ext uri="{FF2B5EF4-FFF2-40B4-BE49-F238E27FC236}">
                  <a16:creationId xmlns:a16="http://schemas.microsoft.com/office/drawing/2014/main" id="{3B9381DD-BE8D-9D47-68A8-33EEE25BFE0B}"/>
                </a:ext>
              </a:extLst>
            </p:cNvPr>
            <p:cNvSpPr/>
            <p:nvPr/>
          </p:nvSpPr>
          <p:spPr>
            <a:xfrm>
              <a:off x="6539877" y="2121894"/>
              <a:ext cx="461665" cy="461665"/>
            </a:xfrm>
            <a:prstGeom prst="flowChartSummingJunction">
              <a:avLst/>
            </a:prstGeom>
            <a:solidFill>
              <a:srgbClr val="D0EBB3"/>
            </a:solidFill>
            <a:ln w="19050">
              <a:solidFill>
                <a:schemeClr val="tx1"/>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38E9E2D2-85D4-F5F5-096F-CF20E61E7900}"/>
                </a:ext>
              </a:extLst>
            </p:cNvPr>
            <p:cNvCxnSpPr>
              <a:cxnSpLocks/>
            </p:cNvCxnSpPr>
            <p:nvPr/>
          </p:nvCxnSpPr>
          <p:spPr>
            <a:xfrm flipV="1">
              <a:off x="1443254"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638A90C-6243-BD31-E15B-09A2AC0A28BA}"/>
                </a:ext>
              </a:extLst>
            </p:cNvPr>
            <p:cNvCxnSpPr/>
            <p:nvPr/>
          </p:nvCxnSpPr>
          <p:spPr>
            <a:xfrm flipV="1">
              <a:off x="2586254"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21A4BD5-3F38-000C-1B08-62C8556E4E5D}"/>
                </a:ext>
              </a:extLst>
            </p:cNvPr>
            <p:cNvSpPr/>
            <p:nvPr/>
          </p:nvSpPr>
          <p:spPr>
            <a:xfrm>
              <a:off x="3267589" y="2052145"/>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5E52FF57-6A34-1EAD-2F59-809921CE5675}"/>
                </a:ext>
              </a:extLst>
            </p:cNvPr>
            <p:cNvCxnSpPr>
              <a:cxnSpLocks/>
            </p:cNvCxnSpPr>
            <p:nvPr/>
          </p:nvCxnSpPr>
          <p:spPr>
            <a:xfrm flipV="1">
              <a:off x="4258189" y="2352727"/>
              <a:ext cx="1009281" cy="143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313272D-B3CB-A86D-6200-EF6CB05D1D69}"/>
                </a:ext>
              </a:extLst>
            </p:cNvPr>
            <p:cNvSpPr/>
            <p:nvPr/>
          </p:nvSpPr>
          <p:spPr>
            <a:xfrm>
              <a:off x="5274137" y="2025617"/>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B47CBEE7-FA0F-1FF2-D2CE-C6A31B505A3F}"/>
                </a:ext>
              </a:extLst>
            </p:cNvPr>
            <p:cNvCxnSpPr>
              <a:cxnSpLocks/>
              <a:stCxn id="10" idx="6"/>
            </p:cNvCxnSpPr>
            <p:nvPr/>
          </p:nvCxnSpPr>
          <p:spPr>
            <a:xfrm>
              <a:off x="7001542" y="2352727"/>
              <a:ext cx="35090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D02510A-8324-F832-9E02-2067DE90FE68}"/>
                </a:ext>
              </a:extLst>
            </p:cNvPr>
            <p:cNvSpPr/>
            <p:nvPr/>
          </p:nvSpPr>
          <p:spPr>
            <a:xfrm>
              <a:off x="7354089" y="2052145"/>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4FC44897-E4EA-F09B-1603-0E9625FBCA7C}"/>
                </a:ext>
              </a:extLst>
            </p:cNvPr>
            <p:cNvCxnSpPr>
              <a:cxnSpLocks/>
              <a:stCxn id="19" idx="3"/>
              <a:endCxn id="49" idx="1"/>
            </p:cNvCxnSpPr>
            <p:nvPr/>
          </p:nvCxnSpPr>
          <p:spPr>
            <a:xfrm>
              <a:off x="8344689" y="2375994"/>
              <a:ext cx="736735" cy="50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0372CB8-BF31-D2C9-8DA9-F8F2620663FE}"/>
                </a:ext>
              </a:extLst>
            </p:cNvPr>
            <p:cNvCxnSpPr>
              <a:cxnSpLocks/>
              <a:endCxn id="9" idx="4"/>
            </p:cNvCxnSpPr>
            <p:nvPr/>
          </p:nvCxnSpPr>
          <p:spPr>
            <a:xfrm flipV="1">
              <a:off x="2353478" y="259789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B943ABFB-240A-8678-5F68-D98779CFB592}"/>
                </a:ext>
              </a:extLst>
            </p:cNvPr>
            <p:cNvSpPr/>
            <p:nvPr/>
          </p:nvSpPr>
          <p:spPr>
            <a:xfrm>
              <a:off x="3266982" y="2976520"/>
              <a:ext cx="990600" cy="647697"/>
            </a:xfrm>
            <a:prstGeom prst="rect">
              <a:avLst/>
            </a:prstGeom>
            <a:solidFill>
              <a:srgbClr val="FFC9C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8B03DD29-8CD1-8AE7-E62B-A084281CF82E}"/>
                </a:ext>
              </a:extLst>
            </p:cNvPr>
            <p:cNvCxnSpPr>
              <a:cxnSpLocks/>
            </p:cNvCxnSpPr>
            <p:nvPr/>
          </p:nvCxnSpPr>
          <p:spPr>
            <a:xfrm flipV="1">
              <a:off x="2353478" y="3314696"/>
              <a:ext cx="91411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9FDD936-2252-584C-9AD1-82C33A245052}"/>
                </a:ext>
              </a:extLst>
            </p:cNvPr>
            <p:cNvCxnSpPr>
              <a:cxnSpLocks/>
            </p:cNvCxnSpPr>
            <p:nvPr/>
          </p:nvCxnSpPr>
          <p:spPr>
            <a:xfrm flipV="1">
              <a:off x="4257582" y="3300368"/>
              <a:ext cx="33521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C1996DA-3CAA-D9A4-C915-D5B7A367637B}"/>
                </a:ext>
              </a:extLst>
            </p:cNvPr>
            <p:cNvCxnSpPr/>
            <p:nvPr/>
          </p:nvCxnSpPr>
          <p:spPr>
            <a:xfrm flipV="1">
              <a:off x="4592801" y="2352728"/>
              <a:ext cx="0" cy="94764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B22BD16-D64B-573A-41F0-C5533351C3B0}"/>
                </a:ext>
              </a:extLst>
            </p:cNvPr>
            <p:cNvSpPr txBox="1"/>
            <p:nvPr/>
          </p:nvSpPr>
          <p:spPr>
            <a:xfrm>
              <a:off x="1854774" y="198091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247288B6-E673-2E7E-E80A-B37A99E71E7F}"/>
                </a:ext>
              </a:extLst>
            </p:cNvPr>
            <p:cNvSpPr txBox="1"/>
            <p:nvPr/>
          </p:nvSpPr>
          <p:spPr>
            <a:xfrm>
              <a:off x="2370441"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E34495E2-D084-57F0-0CBA-4152F010BA4C}"/>
                </a:ext>
              </a:extLst>
            </p:cNvPr>
            <p:cNvSpPr txBox="1"/>
            <p:nvPr/>
          </p:nvSpPr>
          <p:spPr>
            <a:xfrm>
              <a:off x="746919" y="209208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26113F00-D90A-8C45-B0B6-BA89C2675A95}"/>
                </a:ext>
              </a:extLst>
            </p:cNvPr>
            <p:cNvSpPr txBox="1"/>
            <p:nvPr/>
          </p:nvSpPr>
          <p:spPr>
            <a:xfrm>
              <a:off x="3528068"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F5B3D2C5-D787-37BE-42E5-1BD6706BDFBF}"/>
                </a:ext>
              </a:extLst>
            </p:cNvPr>
            <p:cNvSpPr txBox="1"/>
            <p:nvPr/>
          </p:nvSpPr>
          <p:spPr>
            <a:xfrm>
              <a:off x="5497948" y="2149188"/>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7094CE32-4202-F368-8B5C-E4C116081AB3}"/>
                </a:ext>
              </a:extLst>
            </p:cNvPr>
            <p:cNvSpPr txBox="1"/>
            <p:nvPr/>
          </p:nvSpPr>
          <p:spPr>
            <a:xfrm>
              <a:off x="7594719"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17B360B0-2459-66AB-D9D8-974665279023}"/>
                </a:ext>
              </a:extLst>
            </p:cNvPr>
            <p:cNvSpPr txBox="1"/>
            <p:nvPr/>
          </p:nvSpPr>
          <p:spPr>
            <a:xfrm>
              <a:off x="3528068" y="3100313"/>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cxnSp>
          <p:nvCxnSpPr>
            <p:cNvPr id="23" name="Straight Arrow Connector 22">
              <a:extLst>
                <a:ext uri="{FF2B5EF4-FFF2-40B4-BE49-F238E27FC236}">
                  <a16:creationId xmlns:a16="http://schemas.microsoft.com/office/drawing/2014/main" id="{1D6D8CF1-618D-9B9B-714F-5F57FE2B8C50}"/>
                </a:ext>
              </a:extLst>
            </p:cNvPr>
            <p:cNvCxnSpPr>
              <a:cxnSpLocks/>
            </p:cNvCxnSpPr>
            <p:nvPr/>
          </p:nvCxnSpPr>
          <p:spPr>
            <a:xfrm>
              <a:off x="6259454" y="2354447"/>
              <a:ext cx="31127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50E4960-21FD-7C16-9899-470C248E598A}"/>
                </a:ext>
              </a:extLst>
            </p:cNvPr>
            <p:cNvCxnSpPr>
              <a:cxnSpLocks/>
            </p:cNvCxnSpPr>
            <p:nvPr/>
          </p:nvCxnSpPr>
          <p:spPr>
            <a:xfrm flipV="1">
              <a:off x="6763786" y="259644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5931762-0BF3-2194-1D13-265C304D804A}"/>
                </a:ext>
              </a:extLst>
            </p:cNvPr>
            <p:cNvSpPr/>
            <p:nvPr/>
          </p:nvSpPr>
          <p:spPr>
            <a:xfrm>
              <a:off x="7372660" y="2954050"/>
              <a:ext cx="990600" cy="686449"/>
            </a:xfrm>
            <a:prstGeom prst="rect">
              <a:avLst/>
            </a:prstGeom>
            <a:solidFill>
              <a:srgbClr val="FFC9C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Connector 31">
              <a:extLst>
                <a:ext uri="{FF2B5EF4-FFF2-40B4-BE49-F238E27FC236}">
                  <a16:creationId xmlns:a16="http://schemas.microsoft.com/office/drawing/2014/main" id="{7C91BFAA-5C3A-0F00-BC83-F716E72A4156}"/>
                </a:ext>
              </a:extLst>
            </p:cNvPr>
            <p:cNvCxnSpPr>
              <a:cxnSpLocks/>
            </p:cNvCxnSpPr>
            <p:nvPr/>
          </p:nvCxnSpPr>
          <p:spPr>
            <a:xfrm>
              <a:off x="6763786" y="3298918"/>
              <a:ext cx="6088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C2C46A4-01ED-1EE1-E470-E29284664425}"/>
                </a:ext>
              </a:extLst>
            </p:cNvPr>
            <p:cNvCxnSpPr>
              <a:cxnSpLocks/>
              <a:stCxn id="29" idx="3"/>
            </p:cNvCxnSpPr>
            <p:nvPr/>
          </p:nvCxnSpPr>
          <p:spPr>
            <a:xfrm>
              <a:off x="8363260" y="3297275"/>
              <a:ext cx="3497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08AB6F5-8F69-05C0-2EF8-81AEBA97F601}"/>
                </a:ext>
              </a:extLst>
            </p:cNvPr>
            <p:cNvCxnSpPr>
              <a:cxnSpLocks/>
            </p:cNvCxnSpPr>
            <p:nvPr/>
          </p:nvCxnSpPr>
          <p:spPr>
            <a:xfrm flipV="1">
              <a:off x="8713056" y="2386058"/>
              <a:ext cx="0" cy="911216"/>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FC8F5F4-3600-CC22-8654-74228B066417}"/>
                </a:ext>
              </a:extLst>
            </p:cNvPr>
            <p:cNvSpPr txBox="1"/>
            <p:nvPr/>
          </p:nvSpPr>
          <p:spPr>
            <a:xfrm>
              <a:off x="7633746" y="3130393"/>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5</a:t>
              </a:r>
              <a:endParaRPr lang="en-IN" sz="2000" baseline="-25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699DB847-D221-6EEB-49C0-8647A677CA18}"/>
                </a:ext>
              </a:extLst>
            </p:cNvPr>
            <p:cNvSpPr/>
            <p:nvPr/>
          </p:nvSpPr>
          <p:spPr>
            <a:xfrm>
              <a:off x="9081424" y="2057177"/>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B3F9CE95-87A0-1AA4-B63D-2CD39D473D6E}"/>
                </a:ext>
              </a:extLst>
            </p:cNvPr>
            <p:cNvSpPr txBox="1"/>
            <p:nvPr/>
          </p:nvSpPr>
          <p:spPr>
            <a:xfrm>
              <a:off x="9322054" y="2186003"/>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6</a:t>
              </a:r>
              <a:endParaRPr lang="en-IN" sz="2000" baseline="-25000" dirty="0">
                <a:latin typeface="Times New Roman" panose="02020603050405020304" pitchFamily="18" charset="0"/>
                <a:cs typeface="Times New Roman" panose="02020603050405020304" pitchFamily="18" charset="0"/>
              </a:endParaRPr>
            </a:p>
          </p:txBody>
        </p:sp>
        <p:cxnSp>
          <p:nvCxnSpPr>
            <p:cNvPr id="71" name="Straight Arrow Connector 70">
              <a:extLst>
                <a:ext uri="{FF2B5EF4-FFF2-40B4-BE49-F238E27FC236}">
                  <a16:creationId xmlns:a16="http://schemas.microsoft.com/office/drawing/2014/main" id="{28F62A8D-7AF0-353A-268D-EE968285C86A}"/>
                </a:ext>
              </a:extLst>
            </p:cNvPr>
            <p:cNvCxnSpPr>
              <a:cxnSpLocks/>
            </p:cNvCxnSpPr>
            <p:nvPr/>
          </p:nvCxnSpPr>
          <p:spPr>
            <a:xfrm flipV="1">
              <a:off x="10064063" y="2359753"/>
              <a:ext cx="4811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083BC747-503C-F131-AF3D-5ECEE709C5B8}"/>
                </a:ext>
              </a:extLst>
            </p:cNvPr>
            <p:cNvSpPr/>
            <p:nvPr/>
          </p:nvSpPr>
          <p:spPr>
            <a:xfrm>
              <a:off x="5848660" y="1028703"/>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Box 72">
              <a:extLst>
                <a:ext uri="{FF2B5EF4-FFF2-40B4-BE49-F238E27FC236}">
                  <a16:creationId xmlns:a16="http://schemas.microsoft.com/office/drawing/2014/main" id="{03D189AF-3D60-E308-E6B6-66FCD85EDBA6}"/>
                </a:ext>
              </a:extLst>
            </p:cNvPr>
            <p:cNvSpPr txBox="1"/>
            <p:nvPr/>
          </p:nvSpPr>
          <p:spPr>
            <a:xfrm>
              <a:off x="6072471" y="1155420"/>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7</a:t>
              </a:r>
              <a:endParaRPr lang="en-IN" sz="2000" baseline="-25000" dirty="0">
                <a:latin typeface="Times New Roman" panose="02020603050405020304" pitchFamily="18" charset="0"/>
                <a:cs typeface="Times New Roman" panose="02020603050405020304" pitchFamily="18" charset="0"/>
              </a:endParaRPr>
            </a:p>
          </p:txBody>
        </p:sp>
        <p:cxnSp>
          <p:nvCxnSpPr>
            <p:cNvPr id="75" name="Straight Connector 74">
              <a:extLst>
                <a:ext uri="{FF2B5EF4-FFF2-40B4-BE49-F238E27FC236}">
                  <a16:creationId xmlns:a16="http://schemas.microsoft.com/office/drawing/2014/main" id="{BD51106D-BBF3-07EB-8146-D6E3A0B87300}"/>
                </a:ext>
              </a:extLst>
            </p:cNvPr>
            <p:cNvCxnSpPr>
              <a:cxnSpLocks/>
            </p:cNvCxnSpPr>
            <p:nvPr/>
          </p:nvCxnSpPr>
          <p:spPr>
            <a:xfrm flipV="1">
              <a:off x="1810060" y="1368970"/>
              <a:ext cx="0" cy="983757"/>
            </a:xfrm>
            <a:prstGeom prst="line">
              <a:avLst/>
            </a:prstGeom>
            <a:ln w="158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1FF1C6C-F478-D94F-8F6D-082B81DF4D0C}"/>
                </a:ext>
              </a:extLst>
            </p:cNvPr>
            <p:cNvCxnSpPr>
              <a:cxnSpLocks/>
            </p:cNvCxnSpPr>
            <p:nvPr/>
          </p:nvCxnSpPr>
          <p:spPr>
            <a:xfrm flipH="1" flipV="1">
              <a:off x="1810060" y="1368970"/>
              <a:ext cx="40386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Flowchart: Summing Junction 78">
              <a:extLst>
                <a:ext uri="{FF2B5EF4-FFF2-40B4-BE49-F238E27FC236}">
                  <a16:creationId xmlns:a16="http://schemas.microsoft.com/office/drawing/2014/main" id="{3DABDD14-1C23-2E19-F611-0A4745E67C22}"/>
                </a:ext>
              </a:extLst>
            </p:cNvPr>
            <p:cNvSpPr/>
            <p:nvPr/>
          </p:nvSpPr>
          <p:spPr>
            <a:xfrm>
              <a:off x="10545189" y="2121894"/>
              <a:ext cx="461665" cy="461665"/>
            </a:xfrm>
            <a:prstGeom prst="flowChartSummingJunction">
              <a:avLst/>
            </a:prstGeom>
            <a:solidFill>
              <a:srgbClr val="D0EBB3"/>
            </a:solidFill>
            <a:ln w="19050">
              <a:solidFill>
                <a:schemeClr val="tx1"/>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1" name="Straight Arrow Connector 80">
              <a:extLst>
                <a:ext uri="{FF2B5EF4-FFF2-40B4-BE49-F238E27FC236}">
                  <a16:creationId xmlns:a16="http://schemas.microsoft.com/office/drawing/2014/main" id="{E4FA0CFF-CBCA-7B34-277F-272BE9EA4292}"/>
                </a:ext>
              </a:extLst>
            </p:cNvPr>
            <p:cNvCxnSpPr>
              <a:cxnSpLocks/>
            </p:cNvCxnSpPr>
            <p:nvPr/>
          </p:nvCxnSpPr>
          <p:spPr>
            <a:xfrm flipV="1">
              <a:off x="11006854" y="2356727"/>
              <a:ext cx="4811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B355529-BC7A-0B21-3CC1-EA76C1A59679}"/>
                </a:ext>
              </a:extLst>
            </p:cNvPr>
            <p:cNvCxnSpPr>
              <a:cxnSpLocks/>
            </p:cNvCxnSpPr>
            <p:nvPr/>
          </p:nvCxnSpPr>
          <p:spPr>
            <a:xfrm>
              <a:off x="10771159" y="1368970"/>
              <a:ext cx="0" cy="752924"/>
            </a:xfrm>
            <a:prstGeom prst="line">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4536BC2-EC85-37DA-872A-CC0B3567D883}"/>
                </a:ext>
              </a:extLst>
            </p:cNvPr>
            <p:cNvCxnSpPr>
              <a:cxnSpLocks/>
            </p:cNvCxnSpPr>
            <p:nvPr/>
          </p:nvCxnSpPr>
          <p:spPr>
            <a:xfrm flipH="1" flipV="1">
              <a:off x="6829779" y="1349920"/>
              <a:ext cx="3941380" cy="190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490F7857-F143-75D3-EE40-AEF2122ABD39}"/>
                </a:ext>
              </a:extLst>
            </p:cNvPr>
            <p:cNvSpPr txBox="1"/>
            <p:nvPr/>
          </p:nvSpPr>
          <p:spPr>
            <a:xfrm>
              <a:off x="6495548" y="245529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60000A96-E5BC-8789-D9F5-0CB4FAF3616E}"/>
                </a:ext>
              </a:extLst>
            </p:cNvPr>
            <p:cNvSpPr txBox="1"/>
            <p:nvPr/>
          </p:nvSpPr>
          <p:spPr>
            <a:xfrm>
              <a:off x="10258778" y="232291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E9F40DAF-8B53-FC91-2F75-E95DB2764586}"/>
                </a:ext>
              </a:extLst>
            </p:cNvPr>
            <p:cNvSpPr txBox="1"/>
            <p:nvPr/>
          </p:nvSpPr>
          <p:spPr>
            <a:xfrm>
              <a:off x="10771159" y="1791518"/>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E28B7ADE-0849-9BB1-156A-AC833EAB1038}"/>
                </a:ext>
              </a:extLst>
            </p:cNvPr>
            <p:cNvSpPr txBox="1"/>
            <p:nvPr/>
          </p:nvSpPr>
          <p:spPr>
            <a:xfrm>
              <a:off x="6267784" y="2004762"/>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grpSp>
      <p:grpSp>
        <p:nvGrpSpPr>
          <p:cNvPr id="147" name="Group 146">
            <a:extLst>
              <a:ext uri="{FF2B5EF4-FFF2-40B4-BE49-F238E27FC236}">
                <a16:creationId xmlns:a16="http://schemas.microsoft.com/office/drawing/2014/main" id="{5C4669D7-BD75-2976-6AB5-2514E434607D}"/>
              </a:ext>
            </a:extLst>
          </p:cNvPr>
          <p:cNvGrpSpPr/>
          <p:nvPr/>
        </p:nvGrpSpPr>
        <p:grpSpPr>
          <a:xfrm>
            <a:off x="807551" y="4110151"/>
            <a:ext cx="10615665" cy="1694323"/>
            <a:chOff x="1280970" y="3868277"/>
            <a:chExt cx="10615665" cy="1694323"/>
          </a:xfrm>
        </p:grpSpPr>
        <p:cxnSp>
          <p:nvCxnSpPr>
            <p:cNvPr id="95" name="Straight Arrow Connector 94">
              <a:extLst>
                <a:ext uri="{FF2B5EF4-FFF2-40B4-BE49-F238E27FC236}">
                  <a16:creationId xmlns:a16="http://schemas.microsoft.com/office/drawing/2014/main" id="{DCA9CBBE-773A-94F4-4A31-510F401E28DE}"/>
                </a:ext>
              </a:extLst>
            </p:cNvPr>
            <p:cNvCxnSpPr>
              <a:cxnSpLocks/>
            </p:cNvCxnSpPr>
            <p:nvPr/>
          </p:nvCxnSpPr>
          <p:spPr>
            <a:xfrm>
              <a:off x="1972189" y="4980762"/>
              <a:ext cx="843018" cy="48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D6734993-E731-ED0E-3731-AF1AC097B1A3}"/>
                </a:ext>
              </a:extLst>
            </p:cNvPr>
            <p:cNvSpPr/>
            <p:nvPr/>
          </p:nvSpPr>
          <p:spPr>
            <a:xfrm>
              <a:off x="2815206" y="4515975"/>
              <a:ext cx="1442543" cy="935760"/>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8" name="Straight Arrow Connector 97">
              <a:extLst>
                <a:ext uri="{FF2B5EF4-FFF2-40B4-BE49-F238E27FC236}">
                  <a16:creationId xmlns:a16="http://schemas.microsoft.com/office/drawing/2014/main" id="{8F734492-A13A-DB61-EE6C-1BB264C41FA9}"/>
                </a:ext>
              </a:extLst>
            </p:cNvPr>
            <p:cNvCxnSpPr>
              <a:cxnSpLocks/>
            </p:cNvCxnSpPr>
            <p:nvPr/>
          </p:nvCxnSpPr>
          <p:spPr>
            <a:xfrm flipV="1">
              <a:off x="4257763" y="5013380"/>
              <a:ext cx="100928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159C946E-6D85-AA88-C06E-0D00164C3826}"/>
                </a:ext>
              </a:extLst>
            </p:cNvPr>
            <p:cNvSpPr/>
            <p:nvPr/>
          </p:nvSpPr>
          <p:spPr>
            <a:xfrm>
              <a:off x="5252000" y="4697507"/>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Rectangle 100">
              <a:extLst>
                <a:ext uri="{FF2B5EF4-FFF2-40B4-BE49-F238E27FC236}">
                  <a16:creationId xmlns:a16="http://schemas.microsoft.com/office/drawing/2014/main" id="{1577C9FA-5CAB-E819-E9BB-691DACDA50E9}"/>
                </a:ext>
              </a:extLst>
            </p:cNvPr>
            <p:cNvSpPr/>
            <p:nvPr/>
          </p:nvSpPr>
          <p:spPr>
            <a:xfrm>
              <a:off x="7027034" y="4561307"/>
              <a:ext cx="1537445" cy="967596"/>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2" name="Straight Arrow Connector 101">
              <a:extLst>
                <a:ext uri="{FF2B5EF4-FFF2-40B4-BE49-F238E27FC236}">
                  <a16:creationId xmlns:a16="http://schemas.microsoft.com/office/drawing/2014/main" id="{06E16CCC-90EC-6CB1-DCB8-7239784F7BCE}"/>
                </a:ext>
              </a:extLst>
            </p:cNvPr>
            <p:cNvCxnSpPr>
              <a:cxnSpLocks/>
            </p:cNvCxnSpPr>
            <p:nvPr/>
          </p:nvCxnSpPr>
          <p:spPr>
            <a:xfrm>
              <a:off x="8560656" y="5067150"/>
              <a:ext cx="46988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2C87C8C0-928B-7DCF-13DC-6066E3DA2B21}"/>
                </a:ext>
              </a:extLst>
            </p:cNvPr>
            <p:cNvSpPr txBox="1"/>
            <p:nvPr/>
          </p:nvSpPr>
          <p:spPr>
            <a:xfrm>
              <a:off x="1280970" y="4697507"/>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112" name="TextBox 111">
              <a:extLst>
                <a:ext uri="{FF2B5EF4-FFF2-40B4-BE49-F238E27FC236}">
                  <a16:creationId xmlns:a16="http://schemas.microsoft.com/office/drawing/2014/main" id="{50F844C1-AE87-111F-B00E-38EC31FF046C}"/>
                </a:ext>
              </a:extLst>
            </p:cNvPr>
            <p:cNvSpPr txBox="1"/>
            <p:nvPr/>
          </p:nvSpPr>
          <p:spPr>
            <a:xfrm>
              <a:off x="5475811" y="4821078"/>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cxnSp>
          <p:nvCxnSpPr>
            <p:cNvPr id="115" name="Straight Arrow Connector 114">
              <a:extLst>
                <a:ext uri="{FF2B5EF4-FFF2-40B4-BE49-F238E27FC236}">
                  <a16:creationId xmlns:a16="http://schemas.microsoft.com/office/drawing/2014/main" id="{82AC9F2C-5919-D5BC-B082-72AD1AEEBD3D}"/>
                </a:ext>
              </a:extLst>
            </p:cNvPr>
            <p:cNvCxnSpPr>
              <a:cxnSpLocks/>
            </p:cNvCxnSpPr>
            <p:nvPr/>
          </p:nvCxnSpPr>
          <p:spPr>
            <a:xfrm flipV="1">
              <a:off x="6242599" y="501338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5A669EF2-E419-E30C-430C-D7E92857C147}"/>
                </a:ext>
              </a:extLst>
            </p:cNvPr>
            <p:cNvSpPr/>
            <p:nvPr/>
          </p:nvSpPr>
          <p:spPr>
            <a:xfrm>
              <a:off x="9037366" y="4743302"/>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TextBox 122">
              <a:extLst>
                <a:ext uri="{FF2B5EF4-FFF2-40B4-BE49-F238E27FC236}">
                  <a16:creationId xmlns:a16="http://schemas.microsoft.com/office/drawing/2014/main" id="{D1904789-BF78-EF44-D927-F62375956CEA}"/>
                </a:ext>
              </a:extLst>
            </p:cNvPr>
            <p:cNvSpPr txBox="1"/>
            <p:nvPr/>
          </p:nvSpPr>
          <p:spPr>
            <a:xfrm>
              <a:off x="9287469" y="4861308"/>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6</a:t>
              </a:r>
              <a:endParaRPr lang="en-IN" sz="2000" baseline="-25000" dirty="0">
                <a:latin typeface="Times New Roman" panose="02020603050405020304" pitchFamily="18" charset="0"/>
                <a:cs typeface="Times New Roman" panose="02020603050405020304" pitchFamily="18" charset="0"/>
              </a:endParaRPr>
            </a:p>
          </p:txBody>
        </p:sp>
        <p:cxnSp>
          <p:nvCxnSpPr>
            <p:cNvPr id="124" name="Straight Arrow Connector 123">
              <a:extLst>
                <a:ext uri="{FF2B5EF4-FFF2-40B4-BE49-F238E27FC236}">
                  <a16:creationId xmlns:a16="http://schemas.microsoft.com/office/drawing/2014/main" id="{7A20EE70-0667-A920-3FFD-EA8563CC2CB2}"/>
                </a:ext>
              </a:extLst>
            </p:cNvPr>
            <p:cNvCxnSpPr>
              <a:cxnSpLocks/>
            </p:cNvCxnSpPr>
            <p:nvPr/>
          </p:nvCxnSpPr>
          <p:spPr>
            <a:xfrm flipV="1">
              <a:off x="10061997" y="5199327"/>
              <a:ext cx="4811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46D0ED3A-D604-0082-0481-655E61D108E1}"/>
                </a:ext>
              </a:extLst>
            </p:cNvPr>
            <p:cNvSpPr/>
            <p:nvPr/>
          </p:nvSpPr>
          <p:spPr>
            <a:xfrm>
              <a:off x="5846594" y="3868277"/>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TextBox 125">
              <a:extLst>
                <a:ext uri="{FF2B5EF4-FFF2-40B4-BE49-F238E27FC236}">
                  <a16:creationId xmlns:a16="http://schemas.microsoft.com/office/drawing/2014/main" id="{D39BA746-3155-F3C7-8008-60515980D128}"/>
                </a:ext>
              </a:extLst>
            </p:cNvPr>
            <p:cNvSpPr txBox="1"/>
            <p:nvPr/>
          </p:nvSpPr>
          <p:spPr>
            <a:xfrm>
              <a:off x="6070405" y="3994994"/>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7</a:t>
              </a:r>
              <a:endParaRPr lang="en-IN" sz="2000" baseline="-25000" dirty="0">
                <a:latin typeface="Times New Roman" panose="02020603050405020304" pitchFamily="18" charset="0"/>
                <a:cs typeface="Times New Roman" panose="02020603050405020304" pitchFamily="18" charset="0"/>
              </a:endParaRPr>
            </a:p>
          </p:txBody>
        </p:sp>
        <p:cxnSp>
          <p:nvCxnSpPr>
            <p:cNvPr id="127" name="Straight Connector 126">
              <a:extLst>
                <a:ext uri="{FF2B5EF4-FFF2-40B4-BE49-F238E27FC236}">
                  <a16:creationId xmlns:a16="http://schemas.microsoft.com/office/drawing/2014/main" id="{A6D6ACF0-60A7-36F7-5697-2627BD8BD269}"/>
                </a:ext>
              </a:extLst>
            </p:cNvPr>
            <p:cNvCxnSpPr>
              <a:cxnSpLocks/>
            </p:cNvCxnSpPr>
            <p:nvPr/>
          </p:nvCxnSpPr>
          <p:spPr>
            <a:xfrm flipV="1">
              <a:off x="2444579" y="4208544"/>
              <a:ext cx="8760" cy="772218"/>
            </a:xfrm>
            <a:prstGeom prst="line">
              <a:avLst/>
            </a:prstGeom>
            <a:ln w="158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7B542723-B08F-5F98-395B-7A6F64DBD1A4}"/>
                </a:ext>
              </a:extLst>
            </p:cNvPr>
            <p:cNvCxnSpPr>
              <a:cxnSpLocks/>
            </p:cNvCxnSpPr>
            <p:nvPr/>
          </p:nvCxnSpPr>
          <p:spPr>
            <a:xfrm flipH="1" flipV="1">
              <a:off x="2453339" y="4208544"/>
              <a:ext cx="3384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Flowchart: Summing Junction 128">
              <a:extLst>
                <a:ext uri="{FF2B5EF4-FFF2-40B4-BE49-F238E27FC236}">
                  <a16:creationId xmlns:a16="http://schemas.microsoft.com/office/drawing/2014/main" id="{89A3CCCD-659C-2837-03C5-EDF7EFECADE6}"/>
                </a:ext>
              </a:extLst>
            </p:cNvPr>
            <p:cNvSpPr/>
            <p:nvPr/>
          </p:nvSpPr>
          <p:spPr>
            <a:xfrm>
              <a:off x="10543123" y="4961468"/>
              <a:ext cx="461665" cy="461665"/>
            </a:xfrm>
            <a:prstGeom prst="flowChartSummingJunction">
              <a:avLst/>
            </a:prstGeom>
            <a:solidFill>
              <a:srgbClr val="D0EBB3"/>
            </a:solidFill>
            <a:ln w="19050">
              <a:solidFill>
                <a:schemeClr val="tx1"/>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0" name="Straight Arrow Connector 129">
              <a:extLst>
                <a:ext uri="{FF2B5EF4-FFF2-40B4-BE49-F238E27FC236}">
                  <a16:creationId xmlns:a16="http://schemas.microsoft.com/office/drawing/2014/main" id="{9D6A7012-7F1E-F46E-D0B1-E5C2B7A1B8CF}"/>
                </a:ext>
              </a:extLst>
            </p:cNvPr>
            <p:cNvCxnSpPr>
              <a:cxnSpLocks/>
            </p:cNvCxnSpPr>
            <p:nvPr/>
          </p:nvCxnSpPr>
          <p:spPr>
            <a:xfrm flipV="1">
              <a:off x="11004788" y="5196301"/>
              <a:ext cx="4811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5DA716D-BF53-D044-DD8A-30ECAC74044F}"/>
                </a:ext>
              </a:extLst>
            </p:cNvPr>
            <p:cNvCxnSpPr>
              <a:cxnSpLocks/>
            </p:cNvCxnSpPr>
            <p:nvPr/>
          </p:nvCxnSpPr>
          <p:spPr>
            <a:xfrm>
              <a:off x="10769093" y="4208544"/>
              <a:ext cx="0" cy="752924"/>
            </a:xfrm>
            <a:prstGeom prst="line">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3EA8B60-4E79-AA6A-AF9A-E80DB85B9A93}"/>
                </a:ext>
              </a:extLst>
            </p:cNvPr>
            <p:cNvCxnSpPr>
              <a:cxnSpLocks/>
            </p:cNvCxnSpPr>
            <p:nvPr/>
          </p:nvCxnSpPr>
          <p:spPr>
            <a:xfrm flipH="1" flipV="1">
              <a:off x="6827713" y="4189494"/>
              <a:ext cx="3941380" cy="190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58C9D5E2-9C21-899B-B129-2BE643DBE06F}"/>
                </a:ext>
              </a:extLst>
            </p:cNvPr>
            <p:cNvSpPr txBox="1"/>
            <p:nvPr/>
          </p:nvSpPr>
          <p:spPr>
            <a:xfrm>
              <a:off x="10256712" y="5162490"/>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135" name="TextBox 134">
              <a:extLst>
                <a:ext uri="{FF2B5EF4-FFF2-40B4-BE49-F238E27FC236}">
                  <a16:creationId xmlns:a16="http://schemas.microsoft.com/office/drawing/2014/main" id="{01DCA056-D25E-DEF1-447F-0ED77B5BBBFE}"/>
                </a:ext>
              </a:extLst>
            </p:cNvPr>
            <p:cNvSpPr txBox="1"/>
            <p:nvPr/>
          </p:nvSpPr>
          <p:spPr>
            <a:xfrm>
              <a:off x="10769093" y="4631092"/>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405BDBAA-EF9C-98E0-5059-BF60DD5BC628}"/>
                    </a:ext>
                  </a:extLst>
                </p:cNvPr>
                <p:cNvSpPr txBox="1"/>
                <p:nvPr/>
              </p:nvSpPr>
              <p:spPr>
                <a:xfrm>
                  <a:off x="2873675" y="4544357"/>
                  <a:ext cx="1313723" cy="8466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sSub>
                              <m:sSubPr>
                                <m:ctrlPr>
                                  <a:rPr lang="en-IN" sz="240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num>
                          <m:den>
                            <m:r>
                              <a:rPr lang="en-US" sz="2400" b="0" i="1" smtClean="0">
                                <a:latin typeface="Cambria Math" panose="02040503050406030204" pitchFamily="18" charset="0"/>
                              </a:rPr>
                              <m:t>1+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2</m:t>
                                </m:r>
                              </m:sub>
                            </m:sSub>
                          </m:den>
                        </m:f>
                      </m:oMath>
                    </m:oMathPara>
                  </a14:m>
                  <a:endParaRPr lang="en-IN" sz="2400" dirty="0"/>
                </a:p>
              </p:txBody>
            </p:sp>
          </mc:Choice>
          <mc:Fallback xmlns="">
            <p:sp>
              <p:nvSpPr>
                <p:cNvPr id="143" name="TextBox 142">
                  <a:extLst>
                    <a:ext uri="{FF2B5EF4-FFF2-40B4-BE49-F238E27FC236}">
                      <a16:creationId xmlns:a16="http://schemas.microsoft.com/office/drawing/2014/main" id="{405BDBAA-EF9C-98E0-5059-BF60DD5BC628}"/>
                    </a:ext>
                  </a:extLst>
                </p:cNvPr>
                <p:cNvSpPr txBox="1">
                  <a:spLocks noRot="1" noChangeAspect="1" noMove="1" noResize="1" noEditPoints="1" noAdjustHandles="1" noChangeArrowheads="1" noChangeShapeType="1" noTextEdit="1"/>
                </p:cNvSpPr>
                <p:nvPr/>
              </p:nvSpPr>
              <p:spPr>
                <a:xfrm>
                  <a:off x="2873675" y="4544357"/>
                  <a:ext cx="1313723" cy="846642"/>
                </a:xfrm>
                <a:prstGeom prst="rect">
                  <a:avLst/>
                </a:prstGeom>
                <a:blipFill>
                  <a:blip r:embed="rId2"/>
                  <a:stretch>
                    <a:fillRect r="-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85E021F0-4853-33E3-16DF-2C22D9F15952}"/>
                    </a:ext>
                  </a:extLst>
                </p:cNvPr>
                <p:cNvSpPr txBox="1"/>
                <p:nvPr/>
              </p:nvSpPr>
              <p:spPr>
                <a:xfrm>
                  <a:off x="7059306" y="4602325"/>
                  <a:ext cx="1313723" cy="8466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sSub>
                              <m:sSubPr>
                                <m:ctrlPr>
                                  <a:rPr lang="en-IN" sz="240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4</m:t>
                                </m:r>
                              </m:sub>
                            </m:sSub>
                          </m:num>
                          <m:den>
                            <m:r>
                              <a:rPr lang="en-US" sz="2400" b="0" i="1" smtClean="0">
                                <a:latin typeface="Cambria Math" panose="02040503050406030204" pitchFamily="18" charset="0"/>
                              </a:rPr>
                              <m:t>1+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4</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5</m:t>
                                </m:r>
                              </m:sub>
                            </m:sSub>
                          </m:den>
                        </m:f>
                      </m:oMath>
                    </m:oMathPara>
                  </a14:m>
                  <a:endParaRPr lang="en-IN" sz="2400" dirty="0"/>
                </a:p>
              </p:txBody>
            </p:sp>
          </mc:Choice>
          <mc:Fallback xmlns="">
            <p:sp>
              <p:nvSpPr>
                <p:cNvPr id="145" name="TextBox 144">
                  <a:extLst>
                    <a:ext uri="{FF2B5EF4-FFF2-40B4-BE49-F238E27FC236}">
                      <a16:creationId xmlns:a16="http://schemas.microsoft.com/office/drawing/2014/main" id="{85E021F0-4853-33E3-16DF-2C22D9F15952}"/>
                    </a:ext>
                  </a:extLst>
                </p:cNvPr>
                <p:cNvSpPr txBox="1">
                  <a:spLocks noRot="1" noChangeAspect="1" noMove="1" noResize="1" noEditPoints="1" noAdjustHandles="1" noChangeArrowheads="1" noChangeShapeType="1" noTextEdit="1"/>
                </p:cNvSpPr>
                <p:nvPr/>
              </p:nvSpPr>
              <p:spPr>
                <a:xfrm>
                  <a:off x="7059306" y="4602325"/>
                  <a:ext cx="1313723" cy="846642"/>
                </a:xfrm>
                <a:prstGeom prst="rect">
                  <a:avLst/>
                </a:prstGeom>
                <a:blipFill>
                  <a:blip r:embed="rId3"/>
                  <a:stretch>
                    <a:fillRect r="-1389"/>
                  </a:stretch>
                </a:blipFill>
              </p:spPr>
              <p:txBody>
                <a:bodyPr/>
                <a:lstStyle/>
                <a:p>
                  <a:r>
                    <a:rPr lang="en-IN">
                      <a:noFill/>
                    </a:rPr>
                    <a:t> </a:t>
                  </a:r>
                </a:p>
              </p:txBody>
            </p:sp>
          </mc:Fallback>
        </mc:AlternateContent>
        <p:sp>
          <p:nvSpPr>
            <p:cNvPr id="146" name="TextBox 145">
              <a:extLst>
                <a:ext uri="{FF2B5EF4-FFF2-40B4-BE49-F238E27FC236}">
                  <a16:creationId xmlns:a16="http://schemas.microsoft.com/office/drawing/2014/main" id="{C75FBB51-AB19-85E3-5333-327B8FBB80FA}"/>
                </a:ext>
              </a:extLst>
            </p:cNvPr>
            <p:cNvSpPr txBox="1"/>
            <p:nvPr/>
          </p:nvSpPr>
          <p:spPr>
            <a:xfrm>
              <a:off x="11143255" y="4688628"/>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799178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83AD6-8316-85A8-7835-B4D9370C901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1700FF5-693F-33C4-5232-9936048412A3}"/>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9C666068-AD00-174F-B7C2-D48ED40F1988}"/>
              </a:ext>
            </a:extLst>
          </p:cNvPr>
          <p:cNvSpPr>
            <a:spLocks noGrp="1"/>
          </p:cNvSpPr>
          <p:nvPr>
            <p:ph type="sldNum" sz="quarter" idx="12"/>
          </p:nvPr>
        </p:nvSpPr>
        <p:spPr/>
        <p:txBody>
          <a:bodyPr/>
          <a:lstStyle/>
          <a:p>
            <a:fld id="{DFFB4172-2071-4B6D-9A3C-0848A49D4CBF}" type="slidenum">
              <a:rPr lang="en-US" smtClean="0"/>
              <a:pPr/>
              <a:t>26</a:t>
            </a:fld>
            <a:endParaRPr lang="en-US"/>
          </a:p>
        </p:txBody>
      </p:sp>
      <p:cxnSp>
        <p:nvCxnSpPr>
          <p:cNvPr id="95" name="Straight Arrow Connector 94">
            <a:extLst>
              <a:ext uri="{FF2B5EF4-FFF2-40B4-BE49-F238E27FC236}">
                <a16:creationId xmlns:a16="http://schemas.microsoft.com/office/drawing/2014/main" id="{01AB1CF8-198F-8B85-0494-C926C3D01B01}"/>
              </a:ext>
            </a:extLst>
          </p:cNvPr>
          <p:cNvCxnSpPr>
            <a:cxnSpLocks/>
          </p:cNvCxnSpPr>
          <p:nvPr/>
        </p:nvCxnSpPr>
        <p:spPr>
          <a:xfrm>
            <a:off x="1629300" y="1874485"/>
            <a:ext cx="843018" cy="48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D77D695D-D3B0-8CB3-DC24-4A2BE000AFA7}"/>
              </a:ext>
            </a:extLst>
          </p:cNvPr>
          <p:cNvSpPr/>
          <p:nvPr/>
        </p:nvSpPr>
        <p:spPr>
          <a:xfrm>
            <a:off x="2472317" y="1409698"/>
            <a:ext cx="7246790" cy="1127268"/>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TextBox 109">
            <a:extLst>
              <a:ext uri="{FF2B5EF4-FFF2-40B4-BE49-F238E27FC236}">
                <a16:creationId xmlns:a16="http://schemas.microsoft.com/office/drawing/2014/main" id="{9A93DA75-0C5E-9386-22B3-C519D13E89A4}"/>
              </a:ext>
            </a:extLst>
          </p:cNvPr>
          <p:cNvSpPr txBox="1"/>
          <p:nvPr/>
        </p:nvSpPr>
        <p:spPr>
          <a:xfrm>
            <a:off x="938081" y="1591230"/>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cxnSp>
        <p:nvCxnSpPr>
          <p:cNvPr id="124" name="Straight Arrow Connector 123">
            <a:extLst>
              <a:ext uri="{FF2B5EF4-FFF2-40B4-BE49-F238E27FC236}">
                <a16:creationId xmlns:a16="http://schemas.microsoft.com/office/drawing/2014/main" id="{56430A28-76D0-5FC7-D340-07C6A2241743}"/>
              </a:ext>
            </a:extLst>
          </p:cNvPr>
          <p:cNvCxnSpPr>
            <a:cxnSpLocks/>
          </p:cNvCxnSpPr>
          <p:nvPr/>
        </p:nvCxnSpPr>
        <p:spPr>
          <a:xfrm flipV="1">
            <a:off x="9719108" y="2093050"/>
            <a:ext cx="4811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F6C84508-1BB2-533C-C388-889611369FF5}"/>
              </a:ext>
            </a:extLst>
          </p:cNvPr>
          <p:cNvSpPr/>
          <p:nvPr/>
        </p:nvSpPr>
        <p:spPr>
          <a:xfrm>
            <a:off x="5503705" y="609600"/>
            <a:ext cx="990600" cy="647697"/>
          </a:xfrm>
          <a:prstGeom prst="rect">
            <a:avLst/>
          </a:prstGeom>
          <a:solidFill>
            <a:srgbClr val="FFFF99"/>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TextBox 125">
            <a:extLst>
              <a:ext uri="{FF2B5EF4-FFF2-40B4-BE49-F238E27FC236}">
                <a16:creationId xmlns:a16="http://schemas.microsoft.com/office/drawing/2014/main" id="{06B624A0-C43B-BEAF-3FCA-EDF0A9801E1D}"/>
              </a:ext>
            </a:extLst>
          </p:cNvPr>
          <p:cNvSpPr txBox="1"/>
          <p:nvPr/>
        </p:nvSpPr>
        <p:spPr>
          <a:xfrm>
            <a:off x="5769556" y="706820"/>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7</a:t>
            </a:r>
            <a:endParaRPr lang="en-IN" sz="2000" baseline="-25000" dirty="0">
              <a:latin typeface="Times New Roman" panose="02020603050405020304" pitchFamily="18" charset="0"/>
              <a:cs typeface="Times New Roman" panose="02020603050405020304" pitchFamily="18" charset="0"/>
            </a:endParaRPr>
          </a:p>
        </p:txBody>
      </p:sp>
      <p:cxnSp>
        <p:nvCxnSpPr>
          <p:cNvPr id="127" name="Straight Connector 126">
            <a:extLst>
              <a:ext uri="{FF2B5EF4-FFF2-40B4-BE49-F238E27FC236}">
                <a16:creationId xmlns:a16="http://schemas.microsoft.com/office/drawing/2014/main" id="{415BC728-7647-048F-F9E3-EA3B130F830E}"/>
              </a:ext>
            </a:extLst>
          </p:cNvPr>
          <p:cNvCxnSpPr>
            <a:cxnSpLocks/>
          </p:cNvCxnSpPr>
          <p:nvPr/>
        </p:nvCxnSpPr>
        <p:spPr>
          <a:xfrm flipV="1">
            <a:off x="2112200" y="903890"/>
            <a:ext cx="0" cy="972000"/>
          </a:xfrm>
          <a:prstGeom prst="line">
            <a:avLst/>
          </a:prstGeom>
          <a:ln w="158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B8C98B50-98CE-BA85-C4BD-E1573D98ED42}"/>
              </a:ext>
            </a:extLst>
          </p:cNvPr>
          <p:cNvCxnSpPr>
            <a:cxnSpLocks/>
          </p:cNvCxnSpPr>
          <p:nvPr/>
        </p:nvCxnSpPr>
        <p:spPr>
          <a:xfrm flipH="1" flipV="1">
            <a:off x="2110450" y="914400"/>
            <a:ext cx="3384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Flowchart: Summing Junction 128">
            <a:extLst>
              <a:ext uri="{FF2B5EF4-FFF2-40B4-BE49-F238E27FC236}">
                <a16:creationId xmlns:a16="http://schemas.microsoft.com/office/drawing/2014/main" id="{2B5C1810-7E8D-191A-13EA-B267041A8DD9}"/>
              </a:ext>
            </a:extLst>
          </p:cNvPr>
          <p:cNvSpPr/>
          <p:nvPr/>
        </p:nvSpPr>
        <p:spPr>
          <a:xfrm>
            <a:off x="10200234" y="1855191"/>
            <a:ext cx="461665" cy="461665"/>
          </a:xfrm>
          <a:prstGeom prst="flowChartSummingJunction">
            <a:avLst/>
          </a:prstGeom>
          <a:solidFill>
            <a:srgbClr val="D0EBB3"/>
          </a:solidFill>
          <a:ln w="19050">
            <a:solidFill>
              <a:schemeClr val="tx1"/>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0" name="Straight Arrow Connector 129">
            <a:extLst>
              <a:ext uri="{FF2B5EF4-FFF2-40B4-BE49-F238E27FC236}">
                <a16:creationId xmlns:a16="http://schemas.microsoft.com/office/drawing/2014/main" id="{56D5D2C6-B2A4-5181-6FDA-1B5823C14569}"/>
              </a:ext>
            </a:extLst>
          </p:cNvPr>
          <p:cNvCxnSpPr>
            <a:cxnSpLocks/>
          </p:cNvCxnSpPr>
          <p:nvPr/>
        </p:nvCxnSpPr>
        <p:spPr>
          <a:xfrm flipV="1">
            <a:off x="10661899" y="2090024"/>
            <a:ext cx="4811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010A660B-36C3-0692-89E4-9611B1232C87}"/>
              </a:ext>
            </a:extLst>
          </p:cNvPr>
          <p:cNvCxnSpPr>
            <a:cxnSpLocks/>
          </p:cNvCxnSpPr>
          <p:nvPr/>
        </p:nvCxnSpPr>
        <p:spPr>
          <a:xfrm>
            <a:off x="10426204" y="934107"/>
            <a:ext cx="0" cy="936000"/>
          </a:xfrm>
          <a:prstGeom prst="line">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A72705A-43B2-A574-939C-BB83D92C17F9}"/>
              </a:ext>
            </a:extLst>
          </p:cNvPr>
          <p:cNvCxnSpPr>
            <a:cxnSpLocks/>
          </p:cNvCxnSpPr>
          <p:nvPr/>
        </p:nvCxnSpPr>
        <p:spPr>
          <a:xfrm flipH="1" flipV="1">
            <a:off x="6484824" y="914400"/>
            <a:ext cx="3941380" cy="1905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8EAA8076-30BD-1B98-B42C-FFEE7A6933FA}"/>
              </a:ext>
            </a:extLst>
          </p:cNvPr>
          <p:cNvSpPr txBox="1"/>
          <p:nvPr/>
        </p:nvSpPr>
        <p:spPr>
          <a:xfrm>
            <a:off x="9913823" y="2056213"/>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135" name="TextBox 134">
            <a:extLst>
              <a:ext uri="{FF2B5EF4-FFF2-40B4-BE49-F238E27FC236}">
                <a16:creationId xmlns:a16="http://schemas.microsoft.com/office/drawing/2014/main" id="{4C162379-1365-40C7-5E64-5C151BDE9212}"/>
              </a:ext>
            </a:extLst>
          </p:cNvPr>
          <p:cNvSpPr txBox="1"/>
          <p:nvPr/>
        </p:nvSpPr>
        <p:spPr>
          <a:xfrm>
            <a:off x="10426204" y="1524815"/>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146" name="TextBox 145">
            <a:extLst>
              <a:ext uri="{FF2B5EF4-FFF2-40B4-BE49-F238E27FC236}">
                <a16:creationId xmlns:a16="http://schemas.microsoft.com/office/drawing/2014/main" id="{60E3F562-5DA3-394E-1359-AFF2DBFF8346}"/>
              </a:ext>
            </a:extLst>
          </p:cNvPr>
          <p:cNvSpPr txBox="1"/>
          <p:nvPr/>
        </p:nvSpPr>
        <p:spPr>
          <a:xfrm>
            <a:off x="10800366" y="1582351"/>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956DE51-2420-489A-1B67-F8FEC63D8EFB}"/>
                  </a:ext>
                </a:extLst>
              </p:cNvPr>
              <p:cNvSpPr txBox="1"/>
              <p:nvPr/>
            </p:nvSpPr>
            <p:spPr>
              <a:xfrm>
                <a:off x="2569831" y="1550416"/>
                <a:ext cx="6946804" cy="8517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sz="2400" i="1" smtClean="0">
                              <a:latin typeface="Cambria Math" panose="02040503050406030204" pitchFamily="18" charset="0"/>
                            </a:rPr>
                          </m:ctrlPr>
                        </m:fPr>
                        <m:num>
                          <m:sSub>
                            <m:sSubPr>
                              <m:ctrlPr>
                                <a:rPr lang="en-IN" sz="240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3</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4</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6</m:t>
                              </m:r>
                            </m:sub>
                          </m:sSub>
                        </m:num>
                        <m:den>
                          <m:r>
                            <a:rPr lang="en-US" sz="2400" b="0" i="1" smtClean="0">
                              <a:latin typeface="Cambria Math" panose="02040503050406030204" pitchFamily="18" charset="0"/>
                            </a:rPr>
                            <m:t>(1+ </m:t>
                          </m:r>
                          <m:sSub>
                            <m:sSubPr>
                              <m:ctrlPr>
                                <a:rPr lang="en-US" sz="2400" b="0" i="1" smtClean="0">
                                  <a:solidFill>
                                    <a:srgbClr val="836967"/>
                                  </a:solidFill>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sSub>
                            <m:sSubPr>
                              <m:ctrlPr>
                                <a:rPr lang="en-US" sz="2400" b="0" i="1" smtClean="0">
                                  <a:solidFill>
                                    <a:srgbClr val="836967"/>
                                  </a:solidFill>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)(1+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4</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5</m:t>
                              </m:r>
                            </m:sub>
                          </m:sSub>
                          <m:r>
                            <a:rPr lang="en-US" sz="2400" b="0" i="1" smtClean="0">
                              <a:latin typeface="Cambria Math" panose="02040503050406030204" pitchFamily="18" charset="0"/>
                            </a:rPr>
                            <m:t>)  </m:t>
                          </m:r>
                        </m:den>
                      </m:f>
                    </m:oMath>
                  </m:oMathPara>
                </a14:m>
                <a:endParaRPr lang="en-IN" sz="24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F956DE51-2420-489A-1B67-F8FEC63D8EFB}"/>
                  </a:ext>
                </a:extLst>
              </p:cNvPr>
              <p:cNvSpPr txBox="1">
                <a:spLocks noRot="1" noChangeAspect="1" noMove="1" noResize="1" noEditPoints="1" noAdjustHandles="1" noChangeArrowheads="1" noChangeShapeType="1" noTextEdit="1"/>
              </p:cNvSpPr>
              <p:nvPr/>
            </p:nvSpPr>
            <p:spPr>
              <a:xfrm>
                <a:off x="2569831" y="1550416"/>
                <a:ext cx="6946804" cy="851708"/>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9D7F32D-A5DD-9012-E48B-58B9F544F588}"/>
                  </a:ext>
                </a:extLst>
              </p:cNvPr>
              <p:cNvSpPr txBox="1"/>
              <p:nvPr/>
            </p:nvSpPr>
            <p:spPr>
              <a:xfrm>
                <a:off x="2772303" y="3131394"/>
                <a:ext cx="6946804" cy="876843"/>
              </a:xfrm>
              <a:prstGeom prst="rect">
                <a:avLst/>
              </a:prstGeom>
              <a:noFill/>
            </p:spPr>
            <p:txBody>
              <a:bodyPr wrap="square" rtlCol="0">
                <a:spAutoFit/>
              </a:bodyPr>
              <a:lstStyle/>
              <a:p>
                <a14:m>
                  <m:oMath xmlns:m="http://schemas.openxmlformats.org/officeDocument/2006/math">
                    <m:sSub>
                      <m:sSubPr>
                        <m:ctrlPr>
                          <a:rPr lang="en-IN" sz="3200" i="1" smtClean="0">
                            <a:latin typeface="Cambria Math" panose="02040503050406030204" pitchFamily="18" charset="0"/>
                          </a:rPr>
                        </m:ctrlPr>
                      </m:sSubPr>
                      <m:e>
                        <m:f>
                          <m:fPr>
                            <m:ctrlPr>
                              <a:rPr lang="en-US" sz="3200" b="0" i="1" smtClean="0">
                                <a:solidFill>
                                  <a:srgbClr val="836967"/>
                                </a:solidFill>
                                <a:latin typeface="Cambria Math" panose="02040503050406030204" pitchFamily="18" charset="0"/>
                              </a:rPr>
                            </m:ctrlPr>
                          </m:fPr>
                          <m:num>
                            <m:r>
                              <a:rPr lang="en-US" sz="3200" b="0" i="1" smtClean="0">
                                <a:latin typeface="Cambria Math" panose="02040503050406030204" pitchFamily="18" charset="0"/>
                              </a:rPr>
                              <m:t>𝑐</m:t>
                            </m:r>
                            <m:d>
                              <m:dPr>
                                <m:ctrlPr>
                                  <a:rPr lang="en-US" sz="3200" b="0" i="1" smtClean="0">
                                    <a:solidFill>
                                      <a:srgbClr val="836967"/>
                                    </a:solidFill>
                                    <a:latin typeface="Cambria Math" panose="02040503050406030204" pitchFamily="18" charset="0"/>
                                  </a:rPr>
                                </m:ctrlPr>
                              </m:dPr>
                              <m:e>
                                <m:r>
                                  <a:rPr lang="en-US" sz="3200" b="0" i="1" smtClean="0">
                                    <a:latin typeface="Cambria Math" panose="02040503050406030204" pitchFamily="18" charset="0"/>
                                  </a:rPr>
                                  <m:t>𝑠</m:t>
                                </m:r>
                              </m:e>
                            </m:d>
                          </m:num>
                          <m:den>
                            <m:r>
                              <a:rPr lang="en-US" sz="3200" b="0" i="1" smtClean="0">
                                <a:latin typeface="Cambria Math" panose="02040503050406030204" pitchFamily="18" charset="0"/>
                              </a:rPr>
                              <m:t>𝑅</m:t>
                            </m:r>
                            <m:d>
                              <m:dPr>
                                <m:ctrlPr>
                                  <a:rPr lang="en-US" sz="3200" b="0" i="1" smtClean="0">
                                    <a:solidFill>
                                      <a:srgbClr val="836967"/>
                                    </a:solidFill>
                                    <a:latin typeface="Cambria Math" panose="02040503050406030204" pitchFamily="18" charset="0"/>
                                  </a:rPr>
                                </m:ctrlPr>
                              </m:dPr>
                              <m:e>
                                <m:r>
                                  <a:rPr lang="en-US" sz="3200" b="0" i="1" smtClean="0">
                                    <a:latin typeface="Cambria Math" panose="02040503050406030204" pitchFamily="18" charset="0"/>
                                  </a:rPr>
                                  <m:t>𝑠</m:t>
                                </m:r>
                              </m:e>
                            </m:d>
                          </m:den>
                        </m:f>
                        <m:r>
                          <a:rPr lang="en-US" sz="3200" b="0" i="1" smtClean="0">
                            <a:latin typeface="Cambria Math" panose="02040503050406030204" pitchFamily="18" charset="0"/>
                          </a:rPr>
                          <m:t>=</m:t>
                        </m:r>
                        <m:r>
                          <a:rPr lang="en-US" sz="3200" b="0" i="1" smtClean="0">
                            <a:latin typeface="Cambria Math" panose="02040503050406030204" pitchFamily="18" charset="0"/>
                          </a:rPr>
                          <m:t>𝐺</m:t>
                        </m:r>
                      </m:e>
                      <m:sub>
                        <m:r>
                          <a:rPr lang="en-US" sz="3200" b="0" i="1" smtClean="0">
                            <a:latin typeface="Cambria Math" panose="02040503050406030204" pitchFamily="18" charset="0"/>
                          </a:rPr>
                          <m:t>7</m:t>
                        </m:r>
                      </m:sub>
                    </m:sSub>
                  </m:oMath>
                </a14:m>
                <a:r>
                  <a:rPr lang="en-IN" sz="3200" dirty="0"/>
                  <a:t>+ </a:t>
                </a:r>
                <a14:m>
                  <m:oMath xmlns:m="http://schemas.openxmlformats.org/officeDocument/2006/math">
                    <m:f>
                      <m:fPr>
                        <m:ctrlPr>
                          <a:rPr lang="en-IN" sz="3200" i="1" smtClean="0">
                            <a:latin typeface="Cambria Math" panose="02040503050406030204" pitchFamily="18" charset="0"/>
                          </a:rPr>
                        </m:ctrlPr>
                      </m:fPr>
                      <m:num>
                        <m:sSub>
                          <m:sSubPr>
                            <m:ctrlPr>
                              <a:rPr lang="en-IN" sz="320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3</m:t>
                            </m:r>
                          </m:sub>
                        </m:sSub>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4</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6</m:t>
                            </m:r>
                          </m:sub>
                        </m:sSub>
                      </m:num>
                      <m:den>
                        <m:r>
                          <a:rPr lang="en-US" sz="3200" b="0" i="1" smtClean="0">
                            <a:latin typeface="Cambria Math" panose="02040503050406030204" pitchFamily="18" charset="0"/>
                          </a:rPr>
                          <m:t>(1+ </m:t>
                        </m:r>
                        <m:sSub>
                          <m:sSubPr>
                            <m:ctrlPr>
                              <a:rPr lang="en-US" sz="3200" b="0" i="1" smtClean="0">
                                <a:solidFill>
                                  <a:srgbClr val="836967"/>
                                </a:solidFill>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1</m:t>
                            </m:r>
                          </m:sub>
                        </m:sSub>
                        <m:sSub>
                          <m:sSubPr>
                            <m:ctrlPr>
                              <a:rPr lang="en-US" sz="3200" b="0" i="1" smtClean="0">
                                <a:solidFill>
                                  <a:srgbClr val="836967"/>
                                </a:solidFill>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 )(1+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4</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𝐺</m:t>
                            </m:r>
                          </m:e>
                          <m:sub>
                            <m:r>
                              <a:rPr lang="en-US" sz="3200" b="0" i="1" smtClean="0">
                                <a:latin typeface="Cambria Math" panose="02040503050406030204" pitchFamily="18" charset="0"/>
                              </a:rPr>
                              <m:t>5</m:t>
                            </m:r>
                          </m:sub>
                        </m:sSub>
                        <m:r>
                          <a:rPr lang="en-US" sz="3200" b="0" i="1" smtClean="0">
                            <a:latin typeface="Cambria Math" panose="02040503050406030204" pitchFamily="18" charset="0"/>
                          </a:rPr>
                          <m:t>)  </m:t>
                        </m:r>
                      </m:den>
                    </m:f>
                  </m:oMath>
                </a14:m>
                <a:endParaRPr lang="en-IN" sz="3200"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29D7F32D-A5DD-9012-E48B-58B9F544F588}"/>
                  </a:ext>
                </a:extLst>
              </p:cNvPr>
              <p:cNvSpPr txBox="1">
                <a:spLocks noRot="1" noChangeAspect="1" noMove="1" noResize="1" noEditPoints="1" noAdjustHandles="1" noChangeArrowheads="1" noChangeShapeType="1" noTextEdit="1"/>
              </p:cNvSpPr>
              <p:nvPr/>
            </p:nvSpPr>
            <p:spPr>
              <a:xfrm>
                <a:off x="2772303" y="3131394"/>
                <a:ext cx="6946804" cy="876843"/>
              </a:xfrm>
              <a:prstGeom prst="rect">
                <a:avLst/>
              </a:prstGeom>
              <a:blipFill>
                <a:blip r:embed="rId3"/>
                <a:stretch>
                  <a:fillRect b="-41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6AB69D4-3568-C2FD-4D96-3B070EE28B8A}"/>
                  </a:ext>
                </a:extLst>
              </p:cNvPr>
              <p:cNvSpPr txBox="1"/>
              <p:nvPr/>
            </p:nvSpPr>
            <p:spPr>
              <a:xfrm>
                <a:off x="1658888" y="4575047"/>
                <a:ext cx="8438788" cy="8745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rgbClr val="836967"/>
                              </a:solidFill>
                              <a:latin typeface="Cambria Math" panose="02040503050406030204" pitchFamily="18" charset="0"/>
                            </a:rPr>
                          </m:ctrlPr>
                        </m:fPr>
                        <m:num>
                          <m:r>
                            <a:rPr lang="en-US" sz="2400" i="1">
                              <a:latin typeface="Cambria Math" panose="02040503050406030204" pitchFamily="18" charset="0"/>
                            </a:rPr>
                            <m:t>𝑐</m:t>
                          </m:r>
                          <m:d>
                            <m:dPr>
                              <m:ctrlPr>
                                <a:rPr lang="en-US" sz="2400" i="1">
                                  <a:solidFill>
                                    <a:srgbClr val="836967"/>
                                  </a:solidFill>
                                  <a:latin typeface="Cambria Math" panose="02040503050406030204" pitchFamily="18" charset="0"/>
                                </a:rPr>
                              </m:ctrlPr>
                            </m:dPr>
                            <m:e>
                              <m:r>
                                <a:rPr lang="en-US" sz="2400" i="1">
                                  <a:latin typeface="Cambria Math" panose="02040503050406030204" pitchFamily="18" charset="0"/>
                                </a:rPr>
                                <m:t>𝑠</m:t>
                              </m:r>
                            </m:e>
                          </m:d>
                        </m:num>
                        <m:den>
                          <m:r>
                            <a:rPr lang="en-US" sz="2400" i="1">
                              <a:latin typeface="Cambria Math" panose="02040503050406030204" pitchFamily="18" charset="0"/>
                            </a:rPr>
                            <m:t>𝑅</m:t>
                          </m:r>
                          <m:d>
                            <m:dPr>
                              <m:ctrlPr>
                                <a:rPr lang="en-US" sz="2400" i="1">
                                  <a:solidFill>
                                    <a:srgbClr val="836967"/>
                                  </a:solidFill>
                                  <a:latin typeface="Cambria Math" panose="02040503050406030204" pitchFamily="18" charset="0"/>
                                </a:rPr>
                              </m:ctrlPr>
                            </m:dPr>
                            <m:e>
                              <m:r>
                                <a:rPr lang="en-US" sz="2400" i="1">
                                  <a:latin typeface="Cambria Math" panose="02040503050406030204" pitchFamily="18" charset="0"/>
                                </a:rPr>
                                <m:t>𝑠</m:t>
                              </m:r>
                            </m:e>
                          </m:d>
                        </m:den>
                      </m:f>
                      <m:r>
                        <a:rPr lang="en-US" sz="2400" i="1">
                          <a:latin typeface="Cambria Math" panose="02040503050406030204" pitchFamily="18" charset="0"/>
                        </a:rPr>
                        <m:t>= </m:t>
                      </m:r>
                      <m:f>
                        <m:fPr>
                          <m:ctrlPr>
                            <a:rPr lang="en-IN" sz="2400" i="1" smtClean="0">
                              <a:latin typeface="Cambria Math" panose="02040503050406030204" pitchFamily="18" charset="0"/>
                            </a:rPr>
                          </m:ctrlPr>
                        </m:fPr>
                        <m:num>
                          <m:sSub>
                            <m:sSubPr>
                              <m:ctrlPr>
                                <a:rPr lang="en-IN" sz="2400" i="1" smtClean="0">
                                  <a:latin typeface="Cambria Math" panose="02040503050406030204" pitchFamily="18" charset="0"/>
                                </a:rPr>
                              </m:ctrlPr>
                            </m:sSubPr>
                            <m:e>
                              <m:sSub>
                                <m:sSubPr>
                                  <m:ctrlPr>
                                    <a:rPr lang="en-US" sz="2400" i="1" smtClean="0">
                                      <a:solidFill>
                                        <a:srgbClr val="836967"/>
                                      </a:solidFill>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7</m:t>
                                  </m:r>
                                </m:sub>
                              </m:sSub>
                              <m:r>
                                <a:rPr lang="en-US" sz="2400" i="1">
                                  <a:latin typeface="Cambria Math" panose="02040503050406030204" pitchFamily="18" charset="0"/>
                                </a:rPr>
                                <m:t>(1+ </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1</m:t>
                                  </m:r>
                                </m:sub>
                              </m:sSub>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2</m:t>
                                  </m:r>
                                </m:sub>
                              </m:sSub>
                              <m:r>
                                <a:rPr lang="en-US" sz="2400" i="1">
                                  <a:latin typeface="Cambria Math" panose="02040503050406030204" pitchFamily="18" charset="0"/>
                                </a:rPr>
                                <m:t> )(1+ </m:t>
                              </m:r>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4</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5</m:t>
                                  </m:r>
                                </m:sub>
                              </m:sSub>
                              <m:r>
                                <a:rPr lang="en-US" sz="2400" i="1">
                                  <a:latin typeface="Cambria Math" panose="02040503050406030204" pitchFamily="18" charset="0"/>
                                </a:rPr>
                                <m:t>)</m:t>
                              </m:r>
                              <m:r>
                                <a:rPr lang="en-US" sz="2400" b="0" i="1" smtClean="0">
                                  <a:latin typeface="Cambria Math" panose="02040503050406030204" pitchFamily="18" charset="0"/>
                                </a:rPr>
                                <m:t>+ </m:t>
                              </m:r>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3</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4</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6</m:t>
                              </m:r>
                            </m:sub>
                          </m:sSub>
                        </m:num>
                        <m:den>
                          <m:r>
                            <a:rPr lang="en-US" sz="2400" b="0" i="1" smtClean="0">
                              <a:latin typeface="Cambria Math" panose="02040503050406030204" pitchFamily="18" charset="0"/>
                            </a:rPr>
                            <m:t>(1+ </m:t>
                          </m:r>
                          <m:sSub>
                            <m:sSubPr>
                              <m:ctrlPr>
                                <a:rPr lang="en-US" sz="2400" b="0" i="1" smtClean="0">
                                  <a:solidFill>
                                    <a:srgbClr val="836967"/>
                                  </a:solidFill>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1</m:t>
                              </m:r>
                            </m:sub>
                          </m:sSub>
                          <m:sSub>
                            <m:sSubPr>
                              <m:ctrlPr>
                                <a:rPr lang="en-US" sz="2400" b="0" i="1" smtClean="0">
                                  <a:solidFill>
                                    <a:srgbClr val="836967"/>
                                  </a:solidFill>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)(1+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4</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5</m:t>
                              </m:r>
                            </m:sub>
                          </m:sSub>
                          <m:r>
                            <a:rPr lang="en-US" sz="2400" b="0" i="1" smtClean="0">
                              <a:latin typeface="Cambria Math" panose="02040503050406030204" pitchFamily="18" charset="0"/>
                            </a:rPr>
                            <m:t>)  </m:t>
                          </m:r>
                        </m:den>
                      </m:f>
                    </m:oMath>
                  </m:oMathPara>
                </a14:m>
                <a:endParaRPr lang="en-IN" sz="24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C6AB69D4-3568-C2FD-4D96-3B070EE28B8A}"/>
                  </a:ext>
                </a:extLst>
              </p:cNvPr>
              <p:cNvSpPr txBox="1">
                <a:spLocks noRot="1" noChangeAspect="1" noMove="1" noResize="1" noEditPoints="1" noAdjustHandles="1" noChangeArrowheads="1" noChangeShapeType="1" noTextEdit="1"/>
              </p:cNvSpPr>
              <p:nvPr/>
            </p:nvSpPr>
            <p:spPr>
              <a:xfrm>
                <a:off x="1658888" y="4575047"/>
                <a:ext cx="8438788" cy="874598"/>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24918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2FFCC-3FEC-2AF4-0555-2932436CDEE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1DD1173-E755-2E91-5685-0DC2E797721C}"/>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BBA38EA3-9D4B-D987-010E-60EFE903BE20}"/>
              </a:ext>
            </a:extLst>
          </p:cNvPr>
          <p:cNvSpPr>
            <a:spLocks noGrp="1"/>
          </p:cNvSpPr>
          <p:nvPr>
            <p:ph type="sldNum" sz="quarter" idx="12"/>
          </p:nvPr>
        </p:nvSpPr>
        <p:spPr/>
        <p:txBody>
          <a:bodyPr/>
          <a:lstStyle/>
          <a:p>
            <a:fld id="{DFFB4172-2071-4B6D-9A3C-0848A49D4CBF}" type="slidenum">
              <a:rPr lang="en-US" smtClean="0"/>
              <a:pPr/>
              <a:t>27</a:t>
            </a:fld>
            <a:endParaRPr lang="en-US"/>
          </a:p>
        </p:txBody>
      </p:sp>
      <p:sp>
        <p:nvSpPr>
          <p:cNvPr id="7" name="TextBox 6">
            <a:extLst>
              <a:ext uri="{FF2B5EF4-FFF2-40B4-BE49-F238E27FC236}">
                <a16:creationId xmlns:a16="http://schemas.microsoft.com/office/drawing/2014/main" id="{5EBC9841-FF7B-5578-BBA9-5DD3CFEA8128}"/>
              </a:ext>
            </a:extLst>
          </p:cNvPr>
          <p:cNvSpPr txBox="1"/>
          <p:nvPr/>
        </p:nvSpPr>
        <p:spPr>
          <a:xfrm>
            <a:off x="405225" y="228600"/>
            <a:ext cx="113538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4. Determine the ratio C(s)/R(s) for the system shown in fig.</a:t>
            </a:r>
            <a:endParaRPr lang="en-IN" sz="2400" dirty="0">
              <a:latin typeface="Times New Roman" panose="02020603050405020304" pitchFamily="18" charset="0"/>
              <a:cs typeface="Times New Roman" panose="02020603050405020304" pitchFamily="18" charset="0"/>
            </a:endParaRPr>
          </a:p>
        </p:txBody>
      </p:sp>
      <p:grpSp>
        <p:nvGrpSpPr>
          <p:cNvPr id="67" name="Group 66">
            <a:extLst>
              <a:ext uri="{FF2B5EF4-FFF2-40B4-BE49-F238E27FC236}">
                <a16:creationId xmlns:a16="http://schemas.microsoft.com/office/drawing/2014/main" id="{130E0AD0-82D4-AD79-D079-524151065A25}"/>
              </a:ext>
            </a:extLst>
          </p:cNvPr>
          <p:cNvGrpSpPr/>
          <p:nvPr/>
        </p:nvGrpSpPr>
        <p:grpSpPr>
          <a:xfrm>
            <a:off x="636730" y="1143000"/>
            <a:ext cx="10936094" cy="2781297"/>
            <a:chOff x="636730" y="1143000"/>
            <a:chExt cx="10936094" cy="2781297"/>
          </a:xfrm>
        </p:grpSpPr>
        <p:sp>
          <p:nvSpPr>
            <p:cNvPr id="8" name="Flowchart: Summing Junction 7">
              <a:extLst>
                <a:ext uri="{FF2B5EF4-FFF2-40B4-BE49-F238E27FC236}">
                  <a16:creationId xmlns:a16="http://schemas.microsoft.com/office/drawing/2014/main" id="{4F44046A-71D7-A312-6F87-6D4CF9B9E94D}"/>
                </a:ext>
              </a:extLst>
            </p:cNvPr>
            <p:cNvSpPr/>
            <p:nvPr/>
          </p:nvSpPr>
          <p:spPr>
            <a:xfrm>
              <a:off x="1975848"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Summing Junction 8">
              <a:extLst>
                <a:ext uri="{FF2B5EF4-FFF2-40B4-BE49-F238E27FC236}">
                  <a16:creationId xmlns:a16="http://schemas.microsoft.com/office/drawing/2014/main" id="{20192BD6-472A-16EA-B84F-93CB5D787521}"/>
                </a:ext>
              </a:extLst>
            </p:cNvPr>
            <p:cNvSpPr/>
            <p:nvPr/>
          </p:nvSpPr>
          <p:spPr>
            <a:xfrm>
              <a:off x="3118848"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Summing Junction 9">
              <a:extLst>
                <a:ext uri="{FF2B5EF4-FFF2-40B4-BE49-F238E27FC236}">
                  <a16:creationId xmlns:a16="http://schemas.microsoft.com/office/drawing/2014/main" id="{A50E88F3-7C8C-8C14-5223-6053AF661EAF}"/>
                </a:ext>
              </a:extLst>
            </p:cNvPr>
            <p:cNvSpPr/>
            <p:nvPr/>
          </p:nvSpPr>
          <p:spPr>
            <a:xfrm>
              <a:off x="5931840" y="2145160"/>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CACF7F7B-C688-E747-0D36-7D054221928E}"/>
                </a:ext>
              </a:extLst>
            </p:cNvPr>
            <p:cNvCxnSpPr>
              <a:stCxn id="8" idx="6"/>
            </p:cNvCxnSpPr>
            <p:nvPr/>
          </p:nvCxnSpPr>
          <p:spPr>
            <a:xfrm flipV="1">
              <a:off x="2437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3A85CF6-0C33-A3E2-5F74-A809AB410DF7}"/>
                </a:ext>
              </a:extLst>
            </p:cNvPr>
            <p:cNvCxnSpPr/>
            <p:nvPr/>
          </p:nvCxnSpPr>
          <p:spPr>
            <a:xfrm flipV="1">
              <a:off x="3580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0EA9032-A6FB-7324-0498-5AC5CEE576A8}"/>
                </a:ext>
              </a:extLst>
            </p:cNvPr>
            <p:cNvSpPr/>
            <p:nvPr/>
          </p:nvSpPr>
          <p:spPr>
            <a:xfrm>
              <a:off x="4261848" y="205214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A986AE70-A7AC-D1EF-7E6A-533B28057716}"/>
                </a:ext>
              </a:extLst>
            </p:cNvPr>
            <p:cNvCxnSpPr/>
            <p:nvPr/>
          </p:nvCxnSpPr>
          <p:spPr>
            <a:xfrm flipV="1">
              <a:off x="5252448" y="2367056"/>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29275B3-9695-BDE3-AF0F-4F36922B0A14}"/>
                </a:ext>
              </a:extLst>
            </p:cNvPr>
            <p:cNvCxnSpPr/>
            <p:nvPr/>
          </p:nvCxnSpPr>
          <p:spPr>
            <a:xfrm flipV="1">
              <a:off x="6391562" y="237231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DE45332-AAD7-4629-8162-C60623011C74}"/>
                </a:ext>
              </a:extLst>
            </p:cNvPr>
            <p:cNvSpPr/>
            <p:nvPr/>
          </p:nvSpPr>
          <p:spPr>
            <a:xfrm>
              <a:off x="7072897" y="2057400"/>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A0DB17BA-6F47-59A5-2260-BC0EA86679D7}"/>
                </a:ext>
              </a:extLst>
            </p:cNvPr>
            <p:cNvCxnSpPr/>
            <p:nvPr/>
          </p:nvCxnSpPr>
          <p:spPr>
            <a:xfrm flipV="1">
              <a:off x="8061554"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C9818C4-C1A5-E2B7-F2F8-4A4D2B86EC53}"/>
                </a:ext>
              </a:extLst>
            </p:cNvPr>
            <p:cNvSpPr/>
            <p:nvPr/>
          </p:nvSpPr>
          <p:spPr>
            <a:xfrm>
              <a:off x="8742889" y="205214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93F0F4A8-C7D3-EB08-B57C-84BFCF90FCC0}"/>
                </a:ext>
              </a:extLst>
            </p:cNvPr>
            <p:cNvCxnSpPr>
              <a:cxnSpLocks/>
            </p:cNvCxnSpPr>
            <p:nvPr/>
          </p:nvCxnSpPr>
          <p:spPr>
            <a:xfrm>
              <a:off x="9729603" y="2380393"/>
              <a:ext cx="11616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8AFACE6-3970-924A-6AB1-1628D23E84E1}"/>
                </a:ext>
              </a:extLst>
            </p:cNvPr>
            <p:cNvCxnSpPr>
              <a:cxnSpLocks/>
              <a:endCxn id="9" idx="4"/>
            </p:cNvCxnSpPr>
            <p:nvPr/>
          </p:nvCxnSpPr>
          <p:spPr>
            <a:xfrm flipV="1">
              <a:off x="3347737" y="259789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A2DA2BA6-FEC4-285D-73FE-E4FDDD24916B}"/>
                </a:ext>
              </a:extLst>
            </p:cNvPr>
            <p:cNvSpPr/>
            <p:nvPr/>
          </p:nvSpPr>
          <p:spPr>
            <a:xfrm>
              <a:off x="5550985" y="2990848"/>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D71B007D-B2D9-DB83-BED6-00204118CB8D}"/>
                </a:ext>
              </a:extLst>
            </p:cNvPr>
            <p:cNvCxnSpPr>
              <a:endCxn id="24" idx="1"/>
            </p:cNvCxnSpPr>
            <p:nvPr/>
          </p:nvCxnSpPr>
          <p:spPr>
            <a:xfrm>
              <a:off x="3347737" y="3314697"/>
              <a:ext cx="22032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A71C15-84FC-EEBD-A5A6-B36AED328931}"/>
                </a:ext>
              </a:extLst>
            </p:cNvPr>
            <p:cNvCxnSpPr>
              <a:cxnSpLocks/>
            </p:cNvCxnSpPr>
            <p:nvPr/>
          </p:nvCxnSpPr>
          <p:spPr>
            <a:xfrm>
              <a:off x="6541585" y="3314696"/>
              <a:ext cx="18606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9F992D1-59FE-7DA3-BCDD-91B64CF9FC68}"/>
                </a:ext>
              </a:extLst>
            </p:cNvPr>
            <p:cNvCxnSpPr/>
            <p:nvPr/>
          </p:nvCxnSpPr>
          <p:spPr>
            <a:xfrm flipV="1">
              <a:off x="8402221" y="2367056"/>
              <a:ext cx="0" cy="94764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DE7AAA0-324D-A8CE-2F19-44B9AF7B0A52}"/>
                </a:ext>
              </a:extLst>
            </p:cNvPr>
            <p:cNvCxnSpPr>
              <a:cxnSpLocks/>
            </p:cNvCxnSpPr>
            <p:nvPr/>
          </p:nvCxnSpPr>
          <p:spPr>
            <a:xfrm flipV="1">
              <a:off x="2200283" y="2606825"/>
              <a:ext cx="0" cy="13174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2AE7303-DA8C-56D6-C87A-DF942FB32341}"/>
                </a:ext>
              </a:extLst>
            </p:cNvPr>
            <p:cNvCxnSpPr/>
            <p:nvPr/>
          </p:nvCxnSpPr>
          <p:spPr>
            <a:xfrm>
              <a:off x="10070270" y="2375992"/>
              <a:ext cx="0" cy="15483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B782BC4-82B4-3010-6E04-E19468991E6C}"/>
                </a:ext>
              </a:extLst>
            </p:cNvPr>
            <p:cNvCxnSpPr/>
            <p:nvPr/>
          </p:nvCxnSpPr>
          <p:spPr>
            <a:xfrm>
              <a:off x="2200283" y="3924297"/>
              <a:ext cx="78699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B1501A2A-F5ED-0AC3-57C8-5245BD8A2294}"/>
                </a:ext>
              </a:extLst>
            </p:cNvPr>
            <p:cNvCxnSpPr/>
            <p:nvPr/>
          </p:nvCxnSpPr>
          <p:spPr>
            <a:xfrm flipV="1">
              <a:off x="1315512" y="237599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642FABF3-17C5-4576-897F-20203DC14210}"/>
                </a:ext>
              </a:extLst>
            </p:cNvPr>
            <p:cNvSpPr/>
            <p:nvPr/>
          </p:nvSpPr>
          <p:spPr>
            <a:xfrm>
              <a:off x="7752289" y="1143000"/>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DFE74F07-DCEE-8346-17A9-8D79B1326E53}"/>
                </a:ext>
              </a:extLst>
            </p:cNvPr>
            <p:cNvCxnSpPr>
              <a:stCxn id="38" idx="3"/>
            </p:cNvCxnSpPr>
            <p:nvPr/>
          </p:nvCxnSpPr>
          <p:spPr>
            <a:xfrm flipV="1">
              <a:off x="8742889" y="1466848"/>
              <a:ext cx="132738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B18CF39-91F0-AC12-6B8F-F470EAE72E2E}"/>
                </a:ext>
              </a:extLst>
            </p:cNvPr>
            <p:cNvCxnSpPr/>
            <p:nvPr/>
          </p:nvCxnSpPr>
          <p:spPr>
            <a:xfrm flipV="1">
              <a:off x="10070270" y="1466848"/>
              <a:ext cx="0" cy="909144"/>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B650782-BAAC-B388-8622-ADAD6A8F29E5}"/>
                </a:ext>
              </a:extLst>
            </p:cNvPr>
            <p:cNvCxnSpPr>
              <a:cxnSpLocks/>
            </p:cNvCxnSpPr>
            <p:nvPr/>
          </p:nvCxnSpPr>
          <p:spPr>
            <a:xfrm>
              <a:off x="6135276" y="1429929"/>
              <a:ext cx="1600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A580614-033D-810D-F67E-DC6BBF5BB4A2}"/>
                </a:ext>
              </a:extLst>
            </p:cNvPr>
            <p:cNvCxnSpPr>
              <a:cxnSpLocks/>
            </p:cNvCxnSpPr>
            <p:nvPr/>
          </p:nvCxnSpPr>
          <p:spPr>
            <a:xfrm>
              <a:off x="6135276" y="1429929"/>
              <a:ext cx="16109" cy="7152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63FA031-1B00-96C2-DEDA-D48B8329E2F1}"/>
                </a:ext>
              </a:extLst>
            </p:cNvPr>
            <p:cNvSpPr txBox="1"/>
            <p:nvPr/>
          </p:nvSpPr>
          <p:spPr>
            <a:xfrm>
              <a:off x="1694677" y="1960494"/>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F282AE58-BBB5-7CB4-37A9-FEEB5A0D72C4}"/>
                </a:ext>
              </a:extLst>
            </p:cNvPr>
            <p:cNvSpPr txBox="1"/>
            <p:nvPr/>
          </p:nvSpPr>
          <p:spPr>
            <a:xfrm>
              <a:off x="2849033" y="198091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4A357108-9BB0-5BC6-77F4-E82ECFC124F6}"/>
                </a:ext>
              </a:extLst>
            </p:cNvPr>
            <p:cNvSpPr txBox="1"/>
            <p:nvPr/>
          </p:nvSpPr>
          <p:spPr>
            <a:xfrm>
              <a:off x="5628860" y="2018841"/>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1479C603-6EC8-F3B4-B00F-1625327AD46C}"/>
                </a:ext>
              </a:extLst>
            </p:cNvPr>
            <p:cNvSpPr txBox="1"/>
            <p:nvPr/>
          </p:nvSpPr>
          <p:spPr>
            <a:xfrm>
              <a:off x="6160261" y="1813953"/>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E310FE20-7223-C78E-0F02-252619A55045}"/>
                </a:ext>
              </a:extLst>
            </p:cNvPr>
            <p:cNvSpPr txBox="1"/>
            <p:nvPr/>
          </p:nvSpPr>
          <p:spPr>
            <a:xfrm>
              <a:off x="3364700"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B028B95B-4E3E-994F-C487-AA8353970AF3}"/>
                </a:ext>
              </a:extLst>
            </p:cNvPr>
            <p:cNvSpPr txBox="1"/>
            <p:nvPr/>
          </p:nvSpPr>
          <p:spPr>
            <a:xfrm>
              <a:off x="2218288"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6833882C-65BB-00D8-2F26-6920EC9262AC}"/>
                </a:ext>
              </a:extLst>
            </p:cNvPr>
            <p:cNvSpPr txBox="1"/>
            <p:nvPr/>
          </p:nvSpPr>
          <p:spPr>
            <a:xfrm>
              <a:off x="636730" y="208367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124CDA4E-8DE6-B1D5-D182-0EDF92A1C902}"/>
                </a:ext>
              </a:extLst>
            </p:cNvPr>
            <p:cNvSpPr txBox="1"/>
            <p:nvPr/>
          </p:nvSpPr>
          <p:spPr>
            <a:xfrm>
              <a:off x="10819444" y="209208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DB62B5B2-1D82-DD69-EB20-90F5A4FD083A}"/>
                </a:ext>
              </a:extLst>
            </p:cNvPr>
            <p:cNvSpPr txBox="1"/>
            <p:nvPr/>
          </p:nvSpPr>
          <p:spPr>
            <a:xfrm>
              <a:off x="4522327"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DB58FF85-B095-C982-0972-87B2B54110CC}"/>
                </a:ext>
              </a:extLst>
            </p:cNvPr>
            <p:cNvSpPr txBox="1"/>
            <p:nvPr/>
          </p:nvSpPr>
          <p:spPr>
            <a:xfrm>
              <a:off x="7296708"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9453F748-FEB6-2E41-E367-C06DEE23346E}"/>
                </a:ext>
              </a:extLst>
            </p:cNvPr>
            <p:cNvSpPr txBox="1"/>
            <p:nvPr/>
          </p:nvSpPr>
          <p:spPr>
            <a:xfrm>
              <a:off x="8983519"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C71BF195-A2E3-9587-DE05-F7160E7FE5EA}"/>
                </a:ext>
              </a:extLst>
            </p:cNvPr>
            <p:cNvSpPr txBox="1"/>
            <p:nvPr/>
          </p:nvSpPr>
          <p:spPr>
            <a:xfrm>
              <a:off x="5816606" y="3130572"/>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A6F13170-C884-A69C-5F79-81BE9700107C}"/>
                </a:ext>
              </a:extLst>
            </p:cNvPr>
            <p:cNvSpPr txBox="1"/>
            <p:nvPr/>
          </p:nvSpPr>
          <p:spPr>
            <a:xfrm>
              <a:off x="8018966" y="1239669"/>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469830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DEB8-8418-8DCF-1161-CD6353BC405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883AA7E-FC7F-0D13-A622-2A4A421E067B}"/>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9B2B03A1-3B57-71B6-3E6A-1DEE12BBAB91}"/>
              </a:ext>
            </a:extLst>
          </p:cNvPr>
          <p:cNvSpPr>
            <a:spLocks noGrp="1"/>
          </p:cNvSpPr>
          <p:nvPr>
            <p:ph type="sldNum" sz="quarter" idx="12"/>
          </p:nvPr>
        </p:nvSpPr>
        <p:spPr/>
        <p:txBody>
          <a:bodyPr/>
          <a:lstStyle/>
          <a:p>
            <a:fld id="{DFFB4172-2071-4B6D-9A3C-0848A49D4CBF}" type="slidenum">
              <a:rPr lang="en-US" smtClean="0"/>
              <a:pPr/>
              <a:t>28</a:t>
            </a:fld>
            <a:endParaRPr lang="en-US"/>
          </a:p>
        </p:txBody>
      </p:sp>
      <p:sp>
        <p:nvSpPr>
          <p:cNvPr id="7" name="TextBox 6">
            <a:extLst>
              <a:ext uri="{FF2B5EF4-FFF2-40B4-BE49-F238E27FC236}">
                <a16:creationId xmlns:a16="http://schemas.microsoft.com/office/drawing/2014/main" id="{AFCA7196-EDA0-52B3-37B3-8FF0387E9613}"/>
              </a:ext>
            </a:extLst>
          </p:cNvPr>
          <p:cNvSpPr txBox="1"/>
          <p:nvPr/>
        </p:nvSpPr>
        <p:spPr>
          <a:xfrm>
            <a:off x="405225" y="228600"/>
            <a:ext cx="113538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4. Determine the ratio C(s)/R(s) for the system shown in fig.</a:t>
            </a:r>
            <a:endParaRPr lang="en-IN" sz="2400"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574281D1-BE70-F0CD-9580-AFFC9A40A385}"/>
              </a:ext>
            </a:extLst>
          </p:cNvPr>
          <p:cNvGrpSpPr/>
          <p:nvPr/>
        </p:nvGrpSpPr>
        <p:grpSpPr>
          <a:xfrm>
            <a:off x="636730" y="1143000"/>
            <a:ext cx="10936094" cy="2781297"/>
            <a:chOff x="636730" y="1143000"/>
            <a:chExt cx="10936094" cy="2781297"/>
          </a:xfrm>
        </p:grpSpPr>
        <p:sp>
          <p:nvSpPr>
            <p:cNvPr id="8" name="Flowchart: Summing Junction 7">
              <a:extLst>
                <a:ext uri="{FF2B5EF4-FFF2-40B4-BE49-F238E27FC236}">
                  <a16:creationId xmlns:a16="http://schemas.microsoft.com/office/drawing/2014/main" id="{11760C02-0C0D-4540-2960-16CA0F4A1A1E}"/>
                </a:ext>
              </a:extLst>
            </p:cNvPr>
            <p:cNvSpPr/>
            <p:nvPr/>
          </p:nvSpPr>
          <p:spPr>
            <a:xfrm>
              <a:off x="1975848" y="2136225"/>
              <a:ext cx="461665" cy="461665"/>
            </a:xfrm>
            <a:prstGeom prst="flowChartSummingJunction">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Summing Junction 8">
              <a:extLst>
                <a:ext uri="{FF2B5EF4-FFF2-40B4-BE49-F238E27FC236}">
                  <a16:creationId xmlns:a16="http://schemas.microsoft.com/office/drawing/2014/main" id="{A089DAA5-1244-D80C-17A0-5FA9869E6034}"/>
                </a:ext>
              </a:extLst>
            </p:cNvPr>
            <p:cNvSpPr/>
            <p:nvPr/>
          </p:nvSpPr>
          <p:spPr>
            <a:xfrm>
              <a:off x="3118848" y="2136225"/>
              <a:ext cx="461665" cy="461665"/>
            </a:xfrm>
            <a:prstGeom prst="flowChartSummingJunction">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Summing Junction 9">
              <a:extLst>
                <a:ext uri="{FF2B5EF4-FFF2-40B4-BE49-F238E27FC236}">
                  <a16:creationId xmlns:a16="http://schemas.microsoft.com/office/drawing/2014/main" id="{2D1ECB38-E0A1-314C-21E5-B38B72DC1F2C}"/>
                </a:ext>
              </a:extLst>
            </p:cNvPr>
            <p:cNvSpPr/>
            <p:nvPr/>
          </p:nvSpPr>
          <p:spPr>
            <a:xfrm>
              <a:off x="5931840" y="2145160"/>
              <a:ext cx="461665" cy="461665"/>
            </a:xfrm>
            <a:prstGeom prst="flowChartSummingJunction">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E6C23C9F-8F77-FA75-5535-52E73F95589A}"/>
                </a:ext>
              </a:extLst>
            </p:cNvPr>
            <p:cNvCxnSpPr>
              <a:stCxn id="8" idx="6"/>
            </p:cNvCxnSpPr>
            <p:nvPr/>
          </p:nvCxnSpPr>
          <p:spPr>
            <a:xfrm flipV="1">
              <a:off x="2437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07371CC-3551-EDBA-58BF-CB7451031A9C}"/>
                </a:ext>
              </a:extLst>
            </p:cNvPr>
            <p:cNvCxnSpPr/>
            <p:nvPr/>
          </p:nvCxnSpPr>
          <p:spPr>
            <a:xfrm flipV="1">
              <a:off x="3580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E83C6D8-095D-55DB-B977-C3A517E8A9C2}"/>
                </a:ext>
              </a:extLst>
            </p:cNvPr>
            <p:cNvSpPr/>
            <p:nvPr/>
          </p:nvSpPr>
          <p:spPr>
            <a:xfrm>
              <a:off x="4261848" y="2052145"/>
              <a:ext cx="990600" cy="647697"/>
            </a:xfrm>
            <a:prstGeom prst="rect">
              <a:avLst/>
            </a:prstGeom>
            <a:no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717E1AC9-0807-08F5-69D8-B6148F8D8F24}"/>
                </a:ext>
              </a:extLst>
            </p:cNvPr>
            <p:cNvCxnSpPr/>
            <p:nvPr/>
          </p:nvCxnSpPr>
          <p:spPr>
            <a:xfrm flipV="1">
              <a:off x="5252448" y="2367056"/>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CD17130-F666-26EE-A249-C6317D7EB8AB}"/>
                </a:ext>
              </a:extLst>
            </p:cNvPr>
            <p:cNvCxnSpPr/>
            <p:nvPr/>
          </p:nvCxnSpPr>
          <p:spPr>
            <a:xfrm flipV="1">
              <a:off x="6391562" y="237231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8432182-8C06-C5AE-0A65-0E56DF53E057}"/>
                </a:ext>
              </a:extLst>
            </p:cNvPr>
            <p:cNvSpPr/>
            <p:nvPr/>
          </p:nvSpPr>
          <p:spPr>
            <a:xfrm>
              <a:off x="7072897" y="2057400"/>
              <a:ext cx="990600" cy="647697"/>
            </a:xfrm>
            <a:prstGeom prst="rect">
              <a:avLst/>
            </a:prstGeom>
            <a:no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962A7B4C-E627-2E12-6FC2-F81849B843C4}"/>
                </a:ext>
              </a:extLst>
            </p:cNvPr>
            <p:cNvCxnSpPr/>
            <p:nvPr/>
          </p:nvCxnSpPr>
          <p:spPr>
            <a:xfrm flipV="1">
              <a:off x="8061554"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75C68A0-EC51-96C9-B0DC-A9B4040BDB65}"/>
                </a:ext>
              </a:extLst>
            </p:cNvPr>
            <p:cNvSpPr/>
            <p:nvPr/>
          </p:nvSpPr>
          <p:spPr>
            <a:xfrm>
              <a:off x="8742889" y="2052145"/>
              <a:ext cx="990600" cy="647697"/>
            </a:xfrm>
            <a:prstGeom prst="rect">
              <a:avLst/>
            </a:prstGeom>
            <a:no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41559E27-1B65-435C-2C97-C1F8FD224C8E}"/>
                </a:ext>
              </a:extLst>
            </p:cNvPr>
            <p:cNvCxnSpPr>
              <a:cxnSpLocks/>
            </p:cNvCxnSpPr>
            <p:nvPr/>
          </p:nvCxnSpPr>
          <p:spPr>
            <a:xfrm>
              <a:off x="9729603" y="2380393"/>
              <a:ext cx="11616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7F063C3-0704-83DC-41E3-75DE7C133431}"/>
                </a:ext>
              </a:extLst>
            </p:cNvPr>
            <p:cNvCxnSpPr>
              <a:cxnSpLocks/>
              <a:endCxn id="9" idx="4"/>
            </p:cNvCxnSpPr>
            <p:nvPr/>
          </p:nvCxnSpPr>
          <p:spPr>
            <a:xfrm flipV="1">
              <a:off x="3347737" y="259789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6805FF8-3424-3630-6B01-F3A8A0F0D8D6}"/>
                </a:ext>
              </a:extLst>
            </p:cNvPr>
            <p:cNvSpPr/>
            <p:nvPr/>
          </p:nvSpPr>
          <p:spPr>
            <a:xfrm>
              <a:off x="5550985" y="2990848"/>
              <a:ext cx="990600" cy="647697"/>
            </a:xfrm>
            <a:prstGeom prst="rect">
              <a:avLst/>
            </a:prstGeom>
            <a:no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8CA70B86-8C88-CF27-8F54-1CD7C4E54CB3}"/>
                </a:ext>
              </a:extLst>
            </p:cNvPr>
            <p:cNvCxnSpPr>
              <a:endCxn id="24" idx="1"/>
            </p:cNvCxnSpPr>
            <p:nvPr/>
          </p:nvCxnSpPr>
          <p:spPr>
            <a:xfrm>
              <a:off x="3347737" y="3314697"/>
              <a:ext cx="22032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11F7FAC-C508-466D-D5D5-D1A9885B02B9}"/>
                </a:ext>
              </a:extLst>
            </p:cNvPr>
            <p:cNvCxnSpPr>
              <a:cxnSpLocks/>
            </p:cNvCxnSpPr>
            <p:nvPr/>
          </p:nvCxnSpPr>
          <p:spPr>
            <a:xfrm>
              <a:off x="6541585" y="3314696"/>
              <a:ext cx="18606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BD13B2B-F803-C390-446C-7A636CAA5268}"/>
                </a:ext>
              </a:extLst>
            </p:cNvPr>
            <p:cNvCxnSpPr/>
            <p:nvPr/>
          </p:nvCxnSpPr>
          <p:spPr>
            <a:xfrm flipV="1">
              <a:off x="8402221" y="2367056"/>
              <a:ext cx="0" cy="94764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39EF027-2FC3-E299-1CB4-22C825BA39F3}"/>
                </a:ext>
              </a:extLst>
            </p:cNvPr>
            <p:cNvCxnSpPr>
              <a:cxnSpLocks/>
            </p:cNvCxnSpPr>
            <p:nvPr/>
          </p:nvCxnSpPr>
          <p:spPr>
            <a:xfrm flipV="1">
              <a:off x="2200283" y="2606825"/>
              <a:ext cx="0" cy="13174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3264AE7-7F67-D887-4E4A-3A17FEA59E7D}"/>
                </a:ext>
              </a:extLst>
            </p:cNvPr>
            <p:cNvCxnSpPr/>
            <p:nvPr/>
          </p:nvCxnSpPr>
          <p:spPr>
            <a:xfrm>
              <a:off x="10070270" y="2375992"/>
              <a:ext cx="0" cy="15483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037E8F3-26C5-FEB6-4FF9-80A8B6522935}"/>
                </a:ext>
              </a:extLst>
            </p:cNvPr>
            <p:cNvCxnSpPr/>
            <p:nvPr/>
          </p:nvCxnSpPr>
          <p:spPr>
            <a:xfrm>
              <a:off x="2200283" y="3924297"/>
              <a:ext cx="78699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61937D7-C980-5A26-2CEE-201D33D5CDDF}"/>
                </a:ext>
              </a:extLst>
            </p:cNvPr>
            <p:cNvCxnSpPr/>
            <p:nvPr/>
          </p:nvCxnSpPr>
          <p:spPr>
            <a:xfrm flipV="1">
              <a:off x="1315512" y="237599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0B1A0E9F-CB9B-B4AD-2C94-445F9E5BC0EC}"/>
                </a:ext>
              </a:extLst>
            </p:cNvPr>
            <p:cNvSpPr/>
            <p:nvPr/>
          </p:nvSpPr>
          <p:spPr>
            <a:xfrm>
              <a:off x="7752289" y="1143000"/>
              <a:ext cx="990600" cy="647697"/>
            </a:xfrm>
            <a:prstGeom prst="rect">
              <a:avLst/>
            </a:prstGeom>
            <a:no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641A5780-882C-0ABE-46FF-05BD985835D7}"/>
                </a:ext>
              </a:extLst>
            </p:cNvPr>
            <p:cNvCxnSpPr>
              <a:stCxn id="38" idx="3"/>
            </p:cNvCxnSpPr>
            <p:nvPr/>
          </p:nvCxnSpPr>
          <p:spPr>
            <a:xfrm flipV="1">
              <a:off x="8742889" y="1466848"/>
              <a:ext cx="1327381"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AE57F94-1AF7-8D9A-4F2E-796176D451D0}"/>
                </a:ext>
              </a:extLst>
            </p:cNvPr>
            <p:cNvCxnSpPr/>
            <p:nvPr/>
          </p:nvCxnSpPr>
          <p:spPr>
            <a:xfrm flipV="1">
              <a:off x="10070270" y="1466848"/>
              <a:ext cx="0" cy="909144"/>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28D8F40-CB14-A9C8-F04C-D56D8F16B0AE}"/>
                </a:ext>
              </a:extLst>
            </p:cNvPr>
            <p:cNvCxnSpPr>
              <a:cxnSpLocks/>
            </p:cNvCxnSpPr>
            <p:nvPr/>
          </p:nvCxnSpPr>
          <p:spPr>
            <a:xfrm>
              <a:off x="6135276" y="1429929"/>
              <a:ext cx="1600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3C91B67-6535-ED11-D9AA-AC7B68055403}"/>
                </a:ext>
              </a:extLst>
            </p:cNvPr>
            <p:cNvCxnSpPr>
              <a:cxnSpLocks/>
            </p:cNvCxnSpPr>
            <p:nvPr/>
          </p:nvCxnSpPr>
          <p:spPr>
            <a:xfrm>
              <a:off x="6135276" y="1429929"/>
              <a:ext cx="16109" cy="7152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5B5FA66-976C-4CB3-0CF3-6BBD01B28928}"/>
                </a:ext>
              </a:extLst>
            </p:cNvPr>
            <p:cNvSpPr txBox="1"/>
            <p:nvPr/>
          </p:nvSpPr>
          <p:spPr>
            <a:xfrm>
              <a:off x="1694677" y="1960494"/>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109B45FD-0C3B-E602-C4D8-102B556CDD66}"/>
                </a:ext>
              </a:extLst>
            </p:cNvPr>
            <p:cNvSpPr txBox="1"/>
            <p:nvPr/>
          </p:nvSpPr>
          <p:spPr>
            <a:xfrm>
              <a:off x="2849033" y="198091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1D0D86E3-F618-CAE4-5C4B-EBC66C67AF5E}"/>
                </a:ext>
              </a:extLst>
            </p:cNvPr>
            <p:cNvSpPr txBox="1"/>
            <p:nvPr/>
          </p:nvSpPr>
          <p:spPr>
            <a:xfrm>
              <a:off x="5628860" y="2018841"/>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AC39438C-B9F9-A6A1-0C73-1373508369C9}"/>
                </a:ext>
              </a:extLst>
            </p:cNvPr>
            <p:cNvSpPr txBox="1"/>
            <p:nvPr/>
          </p:nvSpPr>
          <p:spPr>
            <a:xfrm>
              <a:off x="6160261" y="1813953"/>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70A38996-C7E4-E182-B330-BB4DDB861E86}"/>
                </a:ext>
              </a:extLst>
            </p:cNvPr>
            <p:cNvSpPr txBox="1"/>
            <p:nvPr/>
          </p:nvSpPr>
          <p:spPr>
            <a:xfrm>
              <a:off x="3364700"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6B675E21-1472-F68A-FE7D-AD2C875FC5B2}"/>
                </a:ext>
              </a:extLst>
            </p:cNvPr>
            <p:cNvSpPr txBox="1"/>
            <p:nvPr/>
          </p:nvSpPr>
          <p:spPr>
            <a:xfrm>
              <a:off x="2218288"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CE8BAFA8-A4B6-D0A7-5ED8-91198145A944}"/>
                </a:ext>
              </a:extLst>
            </p:cNvPr>
            <p:cNvSpPr txBox="1"/>
            <p:nvPr/>
          </p:nvSpPr>
          <p:spPr>
            <a:xfrm>
              <a:off x="636730" y="208367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15388411-FB36-39B8-D179-FD09DAB70369}"/>
                </a:ext>
              </a:extLst>
            </p:cNvPr>
            <p:cNvSpPr txBox="1"/>
            <p:nvPr/>
          </p:nvSpPr>
          <p:spPr>
            <a:xfrm>
              <a:off x="10819444" y="209208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D6F518C7-1430-5FC9-2FF6-95E55F194A19}"/>
                </a:ext>
              </a:extLst>
            </p:cNvPr>
            <p:cNvSpPr txBox="1"/>
            <p:nvPr/>
          </p:nvSpPr>
          <p:spPr>
            <a:xfrm>
              <a:off x="4522327"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76C4FD70-0C6E-8105-1CD5-51C89407DDEB}"/>
                </a:ext>
              </a:extLst>
            </p:cNvPr>
            <p:cNvSpPr txBox="1"/>
            <p:nvPr/>
          </p:nvSpPr>
          <p:spPr>
            <a:xfrm>
              <a:off x="7296708"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029BFE92-C3EF-E058-4882-9F21FB9F8D3E}"/>
                </a:ext>
              </a:extLst>
            </p:cNvPr>
            <p:cNvSpPr txBox="1"/>
            <p:nvPr/>
          </p:nvSpPr>
          <p:spPr>
            <a:xfrm>
              <a:off x="8983519"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9C5F0136-C437-A34E-C10B-C68935511C31}"/>
                </a:ext>
              </a:extLst>
            </p:cNvPr>
            <p:cNvSpPr txBox="1"/>
            <p:nvPr/>
          </p:nvSpPr>
          <p:spPr>
            <a:xfrm>
              <a:off x="5816606" y="3130572"/>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6B93953D-AAF2-C1C4-F3B9-7EECD6FA15EB}"/>
                </a:ext>
              </a:extLst>
            </p:cNvPr>
            <p:cNvSpPr txBox="1"/>
            <p:nvPr/>
          </p:nvSpPr>
          <p:spPr>
            <a:xfrm>
              <a:off x="8018966" y="1239669"/>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536694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30BD4-AB70-BA84-9347-AF478E46DE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7D4D139-B3B0-9EE6-E2AD-51B87CC85A04}"/>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D655CC2C-B359-91F5-2FA7-773112C7E7A9}"/>
              </a:ext>
            </a:extLst>
          </p:cNvPr>
          <p:cNvSpPr>
            <a:spLocks noGrp="1"/>
          </p:cNvSpPr>
          <p:nvPr>
            <p:ph type="sldNum" sz="quarter" idx="12"/>
          </p:nvPr>
        </p:nvSpPr>
        <p:spPr/>
        <p:txBody>
          <a:bodyPr/>
          <a:lstStyle/>
          <a:p>
            <a:fld id="{DFFB4172-2071-4B6D-9A3C-0848A49D4CBF}" type="slidenum">
              <a:rPr lang="en-US" smtClean="0"/>
              <a:pPr/>
              <a:t>29</a:t>
            </a:fld>
            <a:endParaRPr lang="en-US"/>
          </a:p>
        </p:txBody>
      </p:sp>
      <p:grpSp>
        <p:nvGrpSpPr>
          <p:cNvPr id="67" name="Group 66">
            <a:extLst>
              <a:ext uri="{FF2B5EF4-FFF2-40B4-BE49-F238E27FC236}">
                <a16:creationId xmlns:a16="http://schemas.microsoft.com/office/drawing/2014/main" id="{DF4D94C6-5C89-AFBB-C810-71234CA61459}"/>
              </a:ext>
            </a:extLst>
          </p:cNvPr>
          <p:cNvGrpSpPr/>
          <p:nvPr/>
        </p:nvGrpSpPr>
        <p:grpSpPr>
          <a:xfrm>
            <a:off x="636730" y="328450"/>
            <a:ext cx="10936094" cy="2781297"/>
            <a:chOff x="636730" y="1143000"/>
            <a:chExt cx="10936094" cy="2781297"/>
          </a:xfrm>
        </p:grpSpPr>
        <p:sp>
          <p:nvSpPr>
            <p:cNvPr id="8" name="Flowchart: Summing Junction 7">
              <a:extLst>
                <a:ext uri="{FF2B5EF4-FFF2-40B4-BE49-F238E27FC236}">
                  <a16:creationId xmlns:a16="http://schemas.microsoft.com/office/drawing/2014/main" id="{8E4D7D17-EF9E-2CB9-2037-72140193A296}"/>
                </a:ext>
              </a:extLst>
            </p:cNvPr>
            <p:cNvSpPr/>
            <p:nvPr/>
          </p:nvSpPr>
          <p:spPr>
            <a:xfrm>
              <a:off x="1975848"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Summing Junction 8">
              <a:extLst>
                <a:ext uri="{FF2B5EF4-FFF2-40B4-BE49-F238E27FC236}">
                  <a16:creationId xmlns:a16="http://schemas.microsoft.com/office/drawing/2014/main" id="{6FC8F020-0080-ED24-B272-1DEA78334FA5}"/>
                </a:ext>
              </a:extLst>
            </p:cNvPr>
            <p:cNvSpPr/>
            <p:nvPr/>
          </p:nvSpPr>
          <p:spPr>
            <a:xfrm>
              <a:off x="3118848"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Summing Junction 9">
              <a:extLst>
                <a:ext uri="{FF2B5EF4-FFF2-40B4-BE49-F238E27FC236}">
                  <a16:creationId xmlns:a16="http://schemas.microsoft.com/office/drawing/2014/main" id="{094FC0B2-1235-F126-8385-8DF517A4086C}"/>
                </a:ext>
              </a:extLst>
            </p:cNvPr>
            <p:cNvSpPr/>
            <p:nvPr/>
          </p:nvSpPr>
          <p:spPr>
            <a:xfrm>
              <a:off x="5931840" y="2145160"/>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18594E2D-46A9-323B-2748-E3D23C42B4B1}"/>
                </a:ext>
              </a:extLst>
            </p:cNvPr>
            <p:cNvCxnSpPr>
              <a:stCxn id="8" idx="6"/>
            </p:cNvCxnSpPr>
            <p:nvPr/>
          </p:nvCxnSpPr>
          <p:spPr>
            <a:xfrm flipV="1">
              <a:off x="2437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C445AA3-543B-B450-2508-36E765C28F77}"/>
                </a:ext>
              </a:extLst>
            </p:cNvPr>
            <p:cNvCxnSpPr/>
            <p:nvPr/>
          </p:nvCxnSpPr>
          <p:spPr>
            <a:xfrm flipV="1">
              <a:off x="3580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5CAB946-56C6-90A0-6620-C5D011834B3D}"/>
                </a:ext>
              </a:extLst>
            </p:cNvPr>
            <p:cNvSpPr/>
            <p:nvPr/>
          </p:nvSpPr>
          <p:spPr>
            <a:xfrm>
              <a:off x="4261848" y="205214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41FF5B36-C143-D9C0-AAD0-BAF74FEC4F1E}"/>
                </a:ext>
              </a:extLst>
            </p:cNvPr>
            <p:cNvCxnSpPr/>
            <p:nvPr/>
          </p:nvCxnSpPr>
          <p:spPr>
            <a:xfrm flipV="1">
              <a:off x="5252448" y="2367056"/>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6CE3F93-E873-63F7-2669-AEA27B05A33A}"/>
                </a:ext>
              </a:extLst>
            </p:cNvPr>
            <p:cNvCxnSpPr/>
            <p:nvPr/>
          </p:nvCxnSpPr>
          <p:spPr>
            <a:xfrm flipV="1">
              <a:off x="6391562" y="237231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5D8ED19-D451-8483-3702-4D28C392F461}"/>
                </a:ext>
              </a:extLst>
            </p:cNvPr>
            <p:cNvSpPr/>
            <p:nvPr/>
          </p:nvSpPr>
          <p:spPr>
            <a:xfrm>
              <a:off x="7072897" y="2057400"/>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62FA20EC-2B5A-5B99-BCD7-E1765937E77B}"/>
                </a:ext>
              </a:extLst>
            </p:cNvPr>
            <p:cNvCxnSpPr/>
            <p:nvPr/>
          </p:nvCxnSpPr>
          <p:spPr>
            <a:xfrm flipV="1">
              <a:off x="8061554"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F142E06D-6975-95B2-262B-9C09835F7A86}"/>
                </a:ext>
              </a:extLst>
            </p:cNvPr>
            <p:cNvSpPr/>
            <p:nvPr/>
          </p:nvSpPr>
          <p:spPr>
            <a:xfrm>
              <a:off x="8742889" y="205214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5EA1F0D2-835C-DBF8-A3C8-89B29B9777FB}"/>
                </a:ext>
              </a:extLst>
            </p:cNvPr>
            <p:cNvCxnSpPr>
              <a:cxnSpLocks/>
            </p:cNvCxnSpPr>
            <p:nvPr/>
          </p:nvCxnSpPr>
          <p:spPr>
            <a:xfrm>
              <a:off x="9729603" y="2380393"/>
              <a:ext cx="11616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029CB72-337B-F857-77FF-44CBD2E53FD7}"/>
                </a:ext>
              </a:extLst>
            </p:cNvPr>
            <p:cNvCxnSpPr>
              <a:cxnSpLocks/>
              <a:endCxn id="9" idx="4"/>
            </p:cNvCxnSpPr>
            <p:nvPr/>
          </p:nvCxnSpPr>
          <p:spPr>
            <a:xfrm flipV="1">
              <a:off x="3347737" y="259789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77A1C80-9F59-C938-B15B-E323D2D8B2A8}"/>
                </a:ext>
              </a:extLst>
            </p:cNvPr>
            <p:cNvSpPr/>
            <p:nvPr/>
          </p:nvSpPr>
          <p:spPr>
            <a:xfrm>
              <a:off x="5550985" y="2990848"/>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5FC815AA-4065-D949-A1B0-8F29283F3B09}"/>
                </a:ext>
              </a:extLst>
            </p:cNvPr>
            <p:cNvCxnSpPr>
              <a:endCxn id="24" idx="1"/>
            </p:cNvCxnSpPr>
            <p:nvPr/>
          </p:nvCxnSpPr>
          <p:spPr>
            <a:xfrm>
              <a:off x="3347737" y="3314697"/>
              <a:ext cx="22032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EB7CEFA-C9B1-4AEA-56A4-1B4D0E6F83A9}"/>
                </a:ext>
              </a:extLst>
            </p:cNvPr>
            <p:cNvCxnSpPr>
              <a:cxnSpLocks/>
            </p:cNvCxnSpPr>
            <p:nvPr/>
          </p:nvCxnSpPr>
          <p:spPr>
            <a:xfrm>
              <a:off x="6541585" y="3314696"/>
              <a:ext cx="18606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2FFDFA5-3276-B22D-87C1-5F5E66D85446}"/>
                </a:ext>
              </a:extLst>
            </p:cNvPr>
            <p:cNvCxnSpPr/>
            <p:nvPr/>
          </p:nvCxnSpPr>
          <p:spPr>
            <a:xfrm flipV="1">
              <a:off x="8402221" y="2367056"/>
              <a:ext cx="0" cy="94764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980CB86-9C7D-A1AE-D9AB-435706021989}"/>
                </a:ext>
              </a:extLst>
            </p:cNvPr>
            <p:cNvCxnSpPr>
              <a:cxnSpLocks/>
            </p:cNvCxnSpPr>
            <p:nvPr/>
          </p:nvCxnSpPr>
          <p:spPr>
            <a:xfrm flipV="1">
              <a:off x="2200283" y="2606825"/>
              <a:ext cx="0" cy="13174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C7F8893-36B4-7F2C-8126-FFA59A4486DF}"/>
                </a:ext>
              </a:extLst>
            </p:cNvPr>
            <p:cNvCxnSpPr/>
            <p:nvPr/>
          </p:nvCxnSpPr>
          <p:spPr>
            <a:xfrm>
              <a:off x="10322516" y="2375992"/>
              <a:ext cx="0" cy="15483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D528A7-B0AF-5790-D223-044C5AA1598E}"/>
                </a:ext>
              </a:extLst>
            </p:cNvPr>
            <p:cNvCxnSpPr>
              <a:cxnSpLocks/>
            </p:cNvCxnSpPr>
            <p:nvPr/>
          </p:nvCxnSpPr>
          <p:spPr>
            <a:xfrm>
              <a:off x="2200283" y="3924297"/>
              <a:ext cx="81222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D445755-100E-EEB7-3774-CEA7515AFA61}"/>
                </a:ext>
              </a:extLst>
            </p:cNvPr>
            <p:cNvCxnSpPr/>
            <p:nvPr/>
          </p:nvCxnSpPr>
          <p:spPr>
            <a:xfrm flipV="1">
              <a:off x="1315512" y="237599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70E52E2E-37D9-8AEC-E498-BB374C9C148D}"/>
                </a:ext>
              </a:extLst>
            </p:cNvPr>
            <p:cNvSpPr/>
            <p:nvPr/>
          </p:nvSpPr>
          <p:spPr>
            <a:xfrm>
              <a:off x="7752289" y="1143000"/>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674095AF-13B0-0C8F-42A3-D5DF599EC504}"/>
                </a:ext>
              </a:extLst>
            </p:cNvPr>
            <p:cNvCxnSpPr>
              <a:cxnSpLocks/>
              <a:stCxn id="38" idx="3"/>
            </p:cNvCxnSpPr>
            <p:nvPr/>
          </p:nvCxnSpPr>
          <p:spPr>
            <a:xfrm flipV="1">
              <a:off x="8742889" y="1462965"/>
              <a:ext cx="1579627" cy="38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02B1D03-CC54-049F-6A94-8FDC7AAC62AA}"/>
                </a:ext>
              </a:extLst>
            </p:cNvPr>
            <p:cNvCxnSpPr/>
            <p:nvPr/>
          </p:nvCxnSpPr>
          <p:spPr>
            <a:xfrm flipV="1">
              <a:off x="10322516" y="1466848"/>
              <a:ext cx="0" cy="909144"/>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743766A-FBD0-BBBC-2D86-19639A1AE00F}"/>
                </a:ext>
              </a:extLst>
            </p:cNvPr>
            <p:cNvCxnSpPr>
              <a:cxnSpLocks/>
            </p:cNvCxnSpPr>
            <p:nvPr/>
          </p:nvCxnSpPr>
          <p:spPr>
            <a:xfrm>
              <a:off x="6135276" y="1429929"/>
              <a:ext cx="1600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C878A68-9FA5-1568-37FF-65E44FAC5527}"/>
                </a:ext>
              </a:extLst>
            </p:cNvPr>
            <p:cNvCxnSpPr>
              <a:cxnSpLocks/>
            </p:cNvCxnSpPr>
            <p:nvPr/>
          </p:nvCxnSpPr>
          <p:spPr>
            <a:xfrm>
              <a:off x="6135276" y="1429929"/>
              <a:ext cx="16109" cy="7152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0B91FC5-1CB3-B6C9-3BC9-1ABCC3F88DF6}"/>
                </a:ext>
              </a:extLst>
            </p:cNvPr>
            <p:cNvSpPr txBox="1"/>
            <p:nvPr/>
          </p:nvSpPr>
          <p:spPr>
            <a:xfrm>
              <a:off x="1694677" y="1960494"/>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2B8ADAC4-02D5-49D7-31B9-3ACA306474D7}"/>
                </a:ext>
              </a:extLst>
            </p:cNvPr>
            <p:cNvSpPr txBox="1"/>
            <p:nvPr/>
          </p:nvSpPr>
          <p:spPr>
            <a:xfrm>
              <a:off x="2849033" y="198091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0DEEF523-B71C-9775-23C8-21CEA672D44E}"/>
                </a:ext>
              </a:extLst>
            </p:cNvPr>
            <p:cNvSpPr txBox="1"/>
            <p:nvPr/>
          </p:nvSpPr>
          <p:spPr>
            <a:xfrm>
              <a:off x="5628860" y="2018841"/>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68AB7151-8A6E-1574-8779-7313BB131998}"/>
                </a:ext>
              </a:extLst>
            </p:cNvPr>
            <p:cNvSpPr txBox="1"/>
            <p:nvPr/>
          </p:nvSpPr>
          <p:spPr>
            <a:xfrm>
              <a:off x="6160261" y="1813953"/>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961942C6-3AC9-44AC-BA8A-8D77E8990CF6}"/>
                </a:ext>
              </a:extLst>
            </p:cNvPr>
            <p:cNvSpPr txBox="1"/>
            <p:nvPr/>
          </p:nvSpPr>
          <p:spPr>
            <a:xfrm>
              <a:off x="3364700"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C6878A04-CFD1-454E-C023-D934444CD6D1}"/>
                </a:ext>
              </a:extLst>
            </p:cNvPr>
            <p:cNvSpPr txBox="1"/>
            <p:nvPr/>
          </p:nvSpPr>
          <p:spPr>
            <a:xfrm>
              <a:off x="2218288"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CB6C1D48-64E1-F240-0B3D-711BB4AC4961}"/>
                </a:ext>
              </a:extLst>
            </p:cNvPr>
            <p:cNvSpPr txBox="1"/>
            <p:nvPr/>
          </p:nvSpPr>
          <p:spPr>
            <a:xfrm>
              <a:off x="636730" y="208367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9896F0EB-59D2-6524-CF61-260FAB73C2BF}"/>
                </a:ext>
              </a:extLst>
            </p:cNvPr>
            <p:cNvSpPr txBox="1"/>
            <p:nvPr/>
          </p:nvSpPr>
          <p:spPr>
            <a:xfrm>
              <a:off x="10819444" y="209208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7ABFCFF4-1049-BB68-15CC-A17EC21B62E3}"/>
                </a:ext>
              </a:extLst>
            </p:cNvPr>
            <p:cNvSpPr txBox="1"/>
            <p:nvPr/>
          </p:nvSpPr>
          <p:spPr>
            <a:xfrm>
              <a:off x="4522327"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1CBBF688-56DC-6F6C-699F-1BD4ACA050A4}"/>
                </a:ext>
              </a:extLst>
            </p:cNvPr>
            <p:cNvSpPr txBox="1"/>
            <p:nvPr/>
          </p:nvSpPr>
          <p:spPr>
            <a:xfrm>
              <a:off x="7296708"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487B5DA7-0937-87A7-BA28-BF3A2141E1AC}"/>
                </a:ext>
              </a:extLst>
            </p:cNvPr>
            <p:cNvSpPr txBox="1"/>
            <p:nvPr/>
          </p:nvSpPr>
          <p:spPr>
            <a:xfrm>
              <a:off x="8983519"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40316F38-A0EE-FD70-3929-1A7BBF770E81}"/>
                </a:ext>
              </a:extLst>
            </p:cNvPr>
            <p:cNvSpPr txBox="1"/>
            <p:nvPr/>
          </p:nvSpPr>
          <p:spPr>
            <a:xfrm>
              <a:off x="5816606" y="3130572"/>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F668AA20-3450-4976-66A2-324B48BD229D}"/>
                </a:ext>
              </a:extLst>
            </p:cNvPr>
            <p:cNvSpPr txBox="1"/>
            <p:nvPr/>
          </p:nvSpPr>
          <p:spPr>
            <a:xfrm>
              <a:off x="8018966" y="1239669"/>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
        <p:nvSpPr>
          <p:cNvPr id="25" name="Freeform: Shape 24">
            <a:extLst>
              <a:ext uri="{FF2B5EF4-FFF2-40B4-BE49-F238E27FC236}">
                <a16:creationId xmlns:a16="http://schemas.microsoft.com/office/drawing/2014/main" id="{D9D239C3-CA76-B910-366A-DFDDCCE7FDAF}"/>
              </a:ext>
            </a:extLst>
          </p:cNvPr>
          <p:cNvSpPr/>
          <p:nvPr/>
        </p:nvSpPr>
        <p:spPr>
          <a:xfrm>
            <a:off x="8408276" y="858871"/>
            <a:ext cx="1849821" cy="562655"/>
          </a:xfrm>
          <a:custGeom>
            <a:avLst/>
            <a:gdLst>
              <a:gd name="connsiteX0" fmla="*/ 0 w 1849821"/>
              <a:gd name="connsiteY0" fmla="*/ 541634 h 562655"/>
              <a:gd name="connsiteX1" fmla="*/ 767255 w 1849821"/>
              <a:gd name="connsiteY1" fmla="*/ 5607 h 562655"/>
              <a:gd name="connsiteX2" fmla="*/ 1524000 w 1849821"/>
              <a:gd name="connsiteY2" fmla="*/ 278876 h 562655"/>
              <a:gd name="connsiteX3" fmla="*/ 1849821 w 1849821"/>
              <a:gd name="connsiteY3" fmla="*/ 562655 h 562655"/>
              <a:gd name="connsiteX4" fmla="*/ 1849821 w 1849821"/>
              <a:gd name="connsiteY4" fmla="*/ 562655 h 562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9821" h="562655">
                <a:moveTo>
                  <a:pt x="0" y="541634"/>
                </a:moveTo>
                <a:cubicBezTo>
                  <a:pt x="256627" y="295517"/>
                  <a:pt x="513255" y="49400"/>
                  <a:pt x="767255" y="5607"/>
                </a:cubicBezTo>
                <a:cubicBezTo>
                  <a:pt x="1021255" y="-38186"/>
                  <a:pt x="1343572" y="186035"/>
                  <a:pt x="1524000" y="278876"/>
                </a:cubicBezTo>
                <a:cubicBezTo>
                  <a:pt x="1704428" y="371717"/>
                  <a:pt x="1849821" y="562655"/>
                  <a:pt x="1849821" y="562655"/>
                </a:cubicBezTo>
                <a:lnTo>
                  <a:pt x="1849821" y="562655"/>
                </a:lnTo>
              </a:path>
            </a:pathLst>
          </a:custGeom>
          <a:noFill/>
          <a:ln w="19050">
            <a:prstDash val="dash"/>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prstDash val="dash"/>
              </a:ln>
            </a:endParaRPr>
          </a:p>
        </p:txBody>
      </p:sp>
      <p:grpSp>
        <p:nvGrpSpPr>
          <p:cNvPr id="28" name="Group 27">
            <a:extLst>
              <a:ext uri="{FF2B5EF4-FFF2-40B4-BE49-F238E27FC236}">
                <a16:creationId xmlns:a16="http://schemas.microsoft.com/office/drawing/2014/main" id="{C367F490-1EF0-394D-3203-96413AD5338D}"/>
              </a:ext>
            </a:extLst>
          </p:cNvPr>
          <p:cNvGrpSpPr/>
          <p:nvPr/>
        </p:nvGrpSpPr>
        <p:grpSpPr>
          <a:xfrm>
            <a:off x="303547" y="3353193"/>
            <a:ext cx="10936094" cy="2781297"/>
            <a:chOff x="636730" y="1143000"/>
            <a:chExt cx="10936094" cy="2781297"/>
          </a:xfrm>
        </p:grpSpPr>
        <p:sp>
          <p:nvSpPr>
            <p:cNvPr id="29" name="Flowchart: Summing Junction 28">
              <a:extLst>
                <a:ext uri="{FF2B5EF4-FFF2-40B4-BE49-F238E27FC236}">
                  <a16:creationId xmlns:a16="http://schemas.microsoft.com/office/drawing/2014/main" id="{02D17546-14A7-B5F8-D2C0-2DE63D0EAE5C}"/>
                </a:ext>
              </a:extLst>
            </p:cNvPr>
            <p:cNvSpPr/>
            <p:nvPr/>
          </p:nvSpPr>
          <p:spPr>
            <a:xfrm>
              <a:off x="1975848"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lowchart: Summing Junction 31">
              <a:extLst>
                <a:ext uri="{FF2B5EF4-FFF2-40B4-BE49-F238E27FC236}">
                  <a16:creationId xmlns:a16="http://schemas.microsoft.com/office/drawing/2014/main" id="{448DCD5A-5BCC-980C-1B19-D38052C0ED77}"/>
                </a:ext>
              </a:extLst>
            </p:cNvPr>
            <p:cNvSpPr/>
            <p:nvPr/>
          </p:nvSpPr>
          <p:spPr>
            <a:xfrm>
              <a:off x="3118848"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lowchart: Summing Junction 32">
              <a:extLst>
                <a:ext uri="{FF2B5EF4-FFF2-40B4-BE49-F238E27FC236}">
                  <a16:creationId xmlns:a16="http://schemas.microsoft.com/office/drawing/2014/main" id="{CBD27B09-2C78-45B3-99DE-88B115E328CF}"/>
                </a:ext>
              </a:extLst>
            </p:cNvPr>
            <p:cNvSpPr/>
            <p:nvPr/>
          </p:nvSpPr>
          <p:spPr>
            <a:xfrm>
              <a:off x="5931840" y="2145160"/>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0C16FE8D-70E1-D681-CB45-061187563FC3}"/>
                </a:ext>
              </a:extLst>
            </p:cNvPr>
            <p:cNvCxnSpPr>
              <a:stCxn id="29" idx="6"/>
            </p:cNvCxnSpPr>
            <p:nvPr/>
          </p:nvCxnSpPr>
          <p:spPr>
            <a:xfrm flipV="1">
              <a:off x="2437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A56EFA9-DD9B-6361-9F21-52A3FA93DD96}"/>
                </a:ext>
              </a:extLst>
            </p:cNvPr>
            <p:cNvCxnSpPr/>
            <p:nvPr/>
          </p:nvCxnSpPr>
          <p:spPr>
            <a:xfrm flipV="1">
              <a:off x="3580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6C2C0A84-F81E-7A9C-C5BE-422D555C92D2}"/>
                </a:ext>
              </a:extLst>
            </p:cNvPr>
            <p:cNvSpPr/>
            <p:nvPr/>
          </p:nvSpPr>
          <p:spPr>
            <a:xfrm>
              <a:off x="4261848" y="205214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Arrow Connector 43">
              <a:extLst>
                <a:ext uri="{FF2B5EF4-FFF2-40B4-BE49-F238E27FC236}">
                  <a16:creationId xmlns:a16="http://schemas.microsoft.com/office/drawing/2014/main" id="{2205F27F-4B1F-3829-F0D4-84B196B87693}"/>
                </a:ext>
              </a:extLst>
            </p:cNvPr>
            <p:cNvCxnSpPr/>
            <p:nvPr/>
          </p:nvCxnSpPr>
          <p:spPr>
            <a:xfrm flipV="1">
              <a:off x="5252448" y="2367056"/>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C57D059-BDE6-2006-DA35-BA15028F593A}"/>
                </a:ext>
              </a:extLst>
            </p:cNvPr>
            <p:cNvCxnSpPr/>
            <p:nvPr/>
          </p:nvCxnSpPr>
          <p:spPr>
            <a:xfrm flipV="1">
              <a:off x="6391562" y="237231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FD89897B-E663-76EE-3C40-6A2B47A0E9CF}"/>
                </a:ext>
              </a:extLst>
            </p:cNvPr>
            <p:cNvSpPr/>
            <p:nvPr/>
          </p:nvSpPr>
          <p:spPr>
            <a:xfrm>
              <a:off x="7072897" y="2057400"/>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Arrow Connector 47">
              <a:extLst>
                <a:ext uri="{FF2B5EF4-FFF2-40B4-BE49-F238E27FC236}">
                  <a16:creationId xmlns:a16="http://schemas.microsoft.com/office/drawing/2014/main" id="{0E1CD444-AB82-3DA1-448C-2BA08EFDCC8F}"/>
                </a:ext>
              </a:extLst>
            </p:cNvPr>
            <p:cNvCxnSpPr/>
            <p:nvPr/>
          </p:nvCxnSpPr>
          <p:spPr>
            <a:xfrm flipV="1">
              <a:off x="8061554"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C28F7019-5E64-D16D-A057-707DF726BE53}"/>
                </a:ext>
              </a:extLst>
            </p:cNvPr>
            <p:cNvSpPr/>
            <p:nvPr/>
          </p:nvSpPr>
          <p:spPr>
            <a:xfrm>
              <a:off x="8742889" y="205214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Arrow Connector 49">
              <a:extLst>
                <a:ext uri="{FF2B5EF4-FFF2-40B4-BE49-F238E27FC236}">
                  <a16:creationId xmlns:a16="http://schemas.microsoft.com/office/drawing/2014/main" id="{D7C3924C-8ECB-E36B-3BF1-5BE9FCA0C5DD}"/>
                </a:ext>
              </a:extLst>
            </p:cNvPr>
            <p:cNvCxnSpPr>
              <a:cxnSpLocks/>
            </p:cNvCxnSpPr>
            <p:nvPr/>
          </p:nvCxnSpPr>
          <p:spPr>
            <a:xfrm>
              <a:off x="9729603" y="2380393"/>
              <a:ext cx="11616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0BBE11C-86D6-1A93-7E7D-9B890BE5E2DE}"/>
                </a:ext>
              </a:extLst>
            </p:cNvPr>
            <p:cNvCxnSpPr>
              <a:cxnSpLocks/>
              <a:endCxn id="32" idx="4"/>
            </p:cNvCxnSpPr>
            <p:nvPr/>
          </p:nvCxnSpPr>
          <p:spPr>
            <a:xfrm flipV="1">
              <a:off x="3347737" y="259789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58567827-D27C-7644-EB61-1EC3892904B2}"/>
                </a:ext>
              </a:extLst>
            </p:cNvPr>
            <p:cNvSpPr/>
            <p:nvPr/>
          </p:nvSpPr>
          <p:spPr>
            <a:xfrm>
              <a:off x="5550985" y="2990848"/>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6" name="Straight Connector 65">
              <a:extLst>
                <a:ext uri="{FF2B5EF4-FFF2-40B4-BE49-F238E27FC236}">
                  <a16:creationId xmlns:a16="http://schemas.microsoft.com/office/drawing/2014/main" id="{5C8F5E29-2FF6-37AA-A79D-9464873B4073}"/>
                </a:ext>
              </a:extLst>
            </p:cNvPr>
            <p:cNvCxnSpPr>
              <a:endCxn id="59" idx="1"/>
            </p:cNvCxnSpPr>
            <p:nvPr/>
          </p:nvCxnSpPr>
          <p:spPr>
            <a:xfrm>
              <a:off x="3347737" y="3314697"/>
              <a:ext cx="22032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1F07940-F86B-A7EB-DCB2-3B9A4932CE71}"/>
                </a:ext>
              </a:extLst>
            </p:cNvPr>
            <p:cNvCxnSpPr>
              <a:cxnSpLocks/>
            </p:cNvCxnSpPr>
            <p:nvPr/>
          </p:nvCxnSpPr>
          <p:spPr>
            <a:xfrm>
              <a:off x="6541585" y="3314696"/>
              <a:ext cx="34539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A59CEFC-7BD7-0B56-672D-B7D9748252C6}"/>
                </a:ext>
              </a:extLst>
            </p:cNvPr>
            <p:cNvCxnSpPr/>
            <p:nvPr/>
          </p:nvCxnSpPr>
          <p:spPr>
            <a:xfrm flipV="1">
              <a:off x="9995502" y="2372317"/>
              <a:ext cx="0" cy="94764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632285F7-8534-816F-43C6-1A1F67169090}"/>
                </a:ext>
              </a:extLst>
            </p:cNvPr>
            <p:cNvCxnSpPr>
              <a:cxnSpLocks/>
            </p:cNvCxnSpPr>
            <p:nvPr/>
          </p:nvCxnSpPr>
          <p:spPr>
            <a:xfrm flipV="1">
              <a:off x="2200283" y="2606825"/>
              <a:ext cx="0" cy="13174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7B0F5E2-0C05-76D6-B778-D72374274CBB}"/>
                </a:ext>
              </a:extLst>
            </p:cNvPr>
            <p:cNvCxnSpPr/>
            <p:nvPr/>
          </p:nvCxnSpPr>
          <p:spPr>
            <a:xfrm>
              <a:off x="10322516" y="2375992"/>
              <a:ext cx="0" cy="15483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35502AB-E96D-29C0-CE8A-32B5112BF235}"/>
                </a:ext>
              </a:extLst>
            </p:cNvPr>
            <p:cNvCxnSpPr>
              <a:cxnSpLocks/>
            </p:cNvCxnSpPr>
            <p:nvPr/>
          </p:nvCxnSpPr>
          <p:spPr>
            <a:xfrm>
              <a:off x="2200283" y="3924297"/>
              <a:ext cx="81222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F447B4D-1245-3135-13C4-49D603D9D9E2}"/>
                </a:ext>
              </a:extLst>
            </p:cNvPr>
            <p:cNvCxnSpPr/>
            <p:nvPr/>
          </p:nvCxnSpPr>
          <p:spPr>
            <a:xfrm flipV="1">
              <a:off x="1315512" y="237599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20E3826F-3E58-203A-CA69-52D48CB21D6A}"/>
                </a:ext>
              </a:extLst>
            </p:cNvPr>
            <p:cNvSpPr/>
            <p:nvPr/>
          </p:nvSpPr>
          <p:spPr>
            <a:xfrm>
              <a:off x="7752289" y="1143000"/>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5" name="Straight Connector 74">
              <a:extLst>
                <a:ext uri="{FF2B5EF4-FFF2-40B4-BE49-F238E27FC236}">
                  <a16:creationId xmlns:a16="http://schemas.microsoft.com/office/drawing/2014/main" id="{D9304AE1-AC88-90E7-EFD0-BE7C704FB4EB}"/>
                </a:ext>
              </a:extLst>
            </p:cNvPr>
            <p:cNvCxnSpPr>
              <a:cxnSpLocks/>
              <a:stCxn id="74" idx="3"/>
            </p:cNvCxnSpPr>
            <p:nvPr/>
          </p:nvCxnSpPr>
          <p:spPr>
            <a:xfrm flipV="1">
              <a:off x="8742889" y="1462965"/>
              <a:ext cx="1579627" cy="38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6EE273D-7811-8A8B-FE1F-F6D9DAAB2E6F}"/>
                </a:ext>
              </a:extLst>
            </p:cNvPr>
            <p:cNvCxnSpPr/>
            <p:nvPr/>
          </p:nvCxnSpPr>
          <p:spPr>
            <a:xfrm flipV="1">
              <a:off x="10322516" y="1466848"/>
              <a:ext cx="0" cy="909144"/>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63DB814-0345-73B5-F683-A3CD9F32FBBC}"/>
                </a:ext>
              </a:extLst>
            </p:cNvPr>
            <p:cNvCxnSpPr>
              <a:cxnSpLocks/>
            </p:cNvCxnSpPr>
            <p:nvPr/>
          </p:nvCxnSpPr>
          <p:spPr>
            <a:xfrm>
              <a:off x="6135276" y="1429929"/>
              <a:ext cx="1600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892F25D-BECF-E97C-8763-EC7AFB1717C1}"/>
                </a:ext>
              </a:extLst>
            </p:cNvPr>
            <p:cNvCxnSpPr>
              <a:cxnSpLocks/>
            </p:cNvCxnSpPr>
            <p:nvPr/>
          </p:nvCxnSpPr>
          <p:spPr>
            <a:xfrm>
              <a:off x="6135276" y="1429929"/>
              <a:ext cx="16109" cy="7152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0943F1E0-9A9B-763D-BC25-DEC88AEC7CC4}"/>
                </a:ext>
              </a:extLst>
            </p:cNvPr>
            <p:cNvSpPr txBox="1"/>
            <p:nvPr/>
          </p:nvSpPr>
          <p:spPr>
            <a:xfrm>
              <a:off x="1694677" y="1960494"/>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0" name="TextBox 79">
              <a:extLst>
                <a:ext uri="{FF2B5EF4-FFF2-40B4-BE49-F238E27FC236}">
                  <a16:creationId xmlns:a16="http://schemas.microsoft.com/office/drawing/2014/main" id="{3DA63373-F9EA-6F8E-E907-84031B2BC9D4}"/>
                </a:ext>
              </a:extLst>
            </p:cNvPr>
            <p:cNvSpPr txBox="1"/>
            <p:nvPr/>
          </p:nvSpPr>
          <p:spPr>
            <a:xfrm>
              <a:off x="2849033" y="198091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1" name="TextBox 80">
              <a:extLst>
                <a:ext uri="{FF2B5EF4-FFF2-40B4-BE49-F238E27FC236}">
                  <a16:creationId xmlns:a16="http://schemas.microsoft.com/office/drawing/2014/main" id="{A47D260B-F3ED-B571-ABBD-A9836857C176}"/>
                </a:ext>
              </a:extLst>
            </p:cNvPr>
            <p:cNvSpPr txBox="1"/>
            <p:nvPr/>
          </p:nvSpPr>
          <p:spPr>
            <a:xfrm>
              <a:off x="5628860" y="2018841"/>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13245BB3-4B74-7905-CC53-1062E11BA5BA}"/>
                </a:ext>
              </a:extLst>
            </p:cNvPr>
            <p:cNvSpPr txBox="1"/>
            <p:nvPr/>
          </p:nvSpPr>
          <p:spPr>
            <a:xfrm>
              <a:off x="6160261" y="1813953"/>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3" name="TextBox 82">
              <a:extLst>
                <a:ext uri="{FF2B5EF4-FFF2-40B4-BE49-F238E27FC236}">
                  <a16:creationId xmlns:a16="http://schemas.microsoft.com/office/drawing/2014/main" id="{8AFC3048-0566-C891-446E-A92ADCB53296}"/>
                </a:ext>
              </a:extLst>
            </p:cNvPr>
            <p:cNvSpPr txBox="1"/>
            <p:nvPr/>
          </p:nvSpPr>
          <p:spPr>
            <a:xfrm>
              <a:off x="3364700"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4" name="TextBox 83">
              <a:extLst>
                <a:ext uri="{FF2B5EF4-FFF2-40B4-BE49-F238E27FC236}">
                  <a16:creationId xmlns:a16="http://schemas.microsoft.com/office/drawing/2014/main" id="{8FB6EEDE-AAFD-2817-1437-8E03B92F7279}"/>
                </a:ext>
              </a:extLst>
            </p:cNvPr>
            <p:cNvSpPr txBox="1"/>
            <p:nvPr/>
          </p:nvSpPr>
          <p:spPr>
            <a:xfrm>
              <a:off x="2218288"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4C5B70D9-DCCE-88AB-8163-6716F43E77E5}"/>
                </a:ext>
              </a:extLst>
            </p:cNvPr>
            <p:cNvSpPr txBox="1"/>
            <p:nvPr/>
          </p:nvSpPr>
          <p:spPr>
            <a:xfrm>
              <a:off x="636730" y="208367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86" name="TextBox 85">
              <a:extLst>
                <a:ext uri="{FF2B5EF4-FFF2-40B4-BE49-F238E27FC236}">
                  <a16:creationId xmlns:a16="http://schemas.microsoft.com/office/drawing/2014/main" id="{9877C975-0FA4-2761-7716-0BE5563A94A6}"/>
                </a:ext>
              </a:extLst>
            </p:cNvPr>
            <p:cNvSpPr txBox="1"/>
            <p:nvPr/>
          </p:nvSpPr>
          <p:spPr>
            <a:xfrm>
              <a:off x="10819444" y="209208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87" name="TextBox 86">
              <a:extLst>
                <a:ext uri="{FF2B5EF4-FFF2-40B4-BE49-F238E27FC236}">
                  <a16:creationId xmlns:a16="http://schemas.microsoft.com/office/drawing/2014/main" id="{2FBAB473-02A3-1DE0-579F-0BBD4376905B}"/>
                </a:ext>
              </a:extLst>
            </p:cNvPr>
            <p:cNvSpPr txBox="1"/>
            <p:nvPr/>
          </p:nvSpPr>
          <p:spPr>
            <a:xfrm>
              <a:off x="4522327"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F69D06C4-E754-18B6-6AE2-28CE9D06AEE9}"/>
                </a:ext>
              </a:extLst>
            </p:cNvPr>
            <p:cNvSpPr txBox="1"/>
            <p:nvPr/>
          </p:nvSpPr>
          <p:spPr>
            <a:xfrm>
              <a:off x="7296708"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7F796708-E1B6-7689-A56A-CAACD53BC7AC}"/>
                </a:ext>
              </a:extLst>
            </p:cNvPr>
            <p:cNvSpPr txBox="1"/>
            <p:nvPr/>
          </p:nvSpPr>
          <p:spPr>
            <a:xfrm>
              <a:off x="8983519"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1ABACF8D-7FE0-CF31-A81E-1FC87D0C1419}"/>
                </a:ext>
              </a:extLst>
            </p:cNvPr>
            <p:cNvSpPr txBox="1"/>
            <p:nvPr/>
          </p:nvSpPr>
          <p:spPr>
            <a:xfrm>
              <a:off x="5652102" y="3130572"/>
              <a:ext cx="97849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91" name="TextBox 90">
              <a:extLst>
                <a:ext uri="{FF2B5EF4-FFF2-40B4-BE49-F238E27FC236}">
                  <a16:creationId xmlns:a16="http://schemas.microsoft.com/office/drawing/2014/main" id="{D95FD781-1105-365B-6207-8E2116980CD8}"/>
                </a:ext>
              </a:extLst>
            </p:cNvPr>
            <p:cNvSpPr txBox="1"/>
            <p:nvPr/>
          </p:nvSpPr>
          <p:spPr>
            <a:xfrm>
              <a:off x="8018966" y="1239669"/>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
        <p:nvSpPr>
          <p:cNvPr id="94" name="Rectangle 93">
            <a:extLst>
              <a:ext uri="{FF2B5EF4-FFF2-40B4-BE49-F238E27FC236}">
                <a16:creationId xmlns:a16="http://schemas.microsoft.com/office/drawing/2014/main" id="{F29B2C46-7F11-4970-1688-97FBFC5C5287}"/>
              </a:ext>
            </a:extLst>
          </p:cNvPr>
          <p:cNvSpPr/>
          <p:nvPr/>
        </p:nvSpPr>
        <p:spPr>
          <a:xfrm>
            <a:off x="6461919" y="4070130"/>
            <a:ext cx="3048000" cy="1066800"/>
          </a:xfrm>
          <a:prstGeom prst="rect">
            <a:avLst/>
          </a:prstGeom>
          <a:noFill/>
          <a:ln w="190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40237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D46F9-140F-3DA0-4D9A-B9DFCC2303E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7939BEA-BA9C-E1EE-5747-1B93396984D6}"/>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06801935-77E9-B174-EE60-0D12CCA1F8AE}"/>
              </a:ext>
            </a:extLst>
          </p:cNvPr>
          <p:cNvSpPr>
            <a:spLocks noGrp="1"/>
          </p:cNvSpPr>
          <p:nvPr>
            <p:ph type="sldNum" sz="quarter" idx="12"/>
          </p:nvPr>
        </p:nvSpPr>
        <p:spPr/>
        <p:txBody>
          <a:bodyPr/>
          <a:lstStyle/>
          <a:p>
            <a:fld id="{DFFB4172-2071-4B6D-9A3C-0848A49D4CBF}" type="slidenum">
              <a:rPr lang="en-US" smtClean="0"/>
              <a:pPr/>
              <a:t>30</a:t>
            </a:fld>
            <a:endParaRPr lang="en-US"/>
          </a:p>
        </p:txBody>
      </p:sp>
      <p:grpSp>
        <p:nvGrpSpPr>
          <p:cNvPr id="28" name="Group 27">
            <a:extLst>
              <a:ext uri="{FF2B5EF4-FFF2-40B4-BE49-F238E27FC236}">
                <a16:creationId xmlns:a16="http://schemas.microsoft.com/office/drawing/2014/main" id="{5A07989D-B416-A626-2E83-F156CE698C4D}"/>
              </a:ext>
            </a:extLst>
          </p:cNvPr>
          <p:cNvGrpSpPr/>
          <p:nvPr/>
        </p:nvGrpSpPr>
        <p:grpSpPr>
          <a:xfrm>
            <a:off x="518319" y="457200"/>
            <a:ext cx="10936094" cy="2781297"/>
            <a:chOff x="636730" y="1143000"/>
            <a:chExt cx="10936094" cy="2781297"/>
          </a:xfrm>
        </p:grpSpPr>
        <p:sp>
          <p:nvSpPr>
            <p:cNvPr id="29" name="Flowchart: Summing Junction 28">
              <a:extLst>
                <a:ext uri="{FF2B5EF4-FFF2-40B4-BE49-F238E27FC236}">
                  <a16:creationId xmlns:a16="http://schemas.microsoft.com/office/drawing/2014/main" id="{75997E89-B7A5-1CA6-384B-97DD0CDD4A15}"/>
                </a:ext>
              </a:extLst>
            </p:cNvPr>
            <p:cNvSpPr/>
            <p:nvPr/>
          </p:nvSpPr>
          <p:spPr>
            <a:xfrm>
              <a:off x="1975848"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lowchart: Summing Junction 31">
              <a:extLst>
                <a:ext uri="{FF2B5EF4-FFF2-40B4-BE49-F238E27FC236}">
                  <a16:creationId xmlns:a16="http://schemas.microsoft.com/office/drawing/2014/main" id="{F069EA27-1FB6-5D81-E432-48B0AE7C08A1}"/>
                </a:ext>
              </a:extLst>
            </p:cNvPr>
            <p:cNvSpPr/>
            <p:nvPr/>
          </p:nvSpPr>
          <p:spPr>
            <a:xfrm>
              <a:off x="3118848" y="213622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lowchart: Summing Junction 32">
              <a:extLst>
                <a:ext uri="{FF2B5EF4-FFF2-40B4-BE49-F238E27FC236}">
                  <a16:creationId xmlns:a16="http://schemas.microsoft.com/office/drawing/2014/main" id="{57F240DD-1849-B1B5-0637-75CBE26288D1}"/>
                </a:ext>
              </a:extLst>
            </p:cNvPr>
            <p:cNvSpPr/>
            <p:nvPr/>
          </p:nvSpPr>
          <p:spPr>
            <a:xfrm>
              <a:off x="5931840" y="2145160"/>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7202E181-F36A-6015-7CA3-79174D92B343}"/>
                </a:ext>
              </a:extLst>
            </p:cNvPr>
            <p:cNvCxnSpPr>
              <a:stCxn id="29" idx="6"/>
            </p:cNvCxnSpPr>
            <p:nvPr/>
          </p:nvCxnSpPr>
          <p:spPr>
            <a:xfrm flipV="1">
              <a:off x="2437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49DAAF7-F7F9-0B93-6BAF-0163971BC5C0}"/>
                </a:ext>
              </a:extLst>
            </p:cNvPr>
            <p:cNvCxnSpPr/>
            <p:nvPr/>
          </p:nvCxnSpPr>
          <p:spPr>
            <a:xfrm flipV="1">
              <a:off x="3580513" y="236705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BBE4FF6B-4C80-B313-AEC5-3CCE89F574A2}"/>
                </a:ext>
              </a:extLst>
            </p:cNvPr>
            <p:cNvSpPr/>
            <p:nvPr/>
          </p:nvSpPr>
          <p:spPr>
            <a:xfrm>
              <a:off x="4261848" y="205214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Arrow Connector 43">
              <a:extLst>
                <a:ext uri="{FF2B5EF4-FFF2-40B4-BE49-F238E27FC236}">
                  <a16:creationId xmlns:a16="http://schemas.microsoft.com/office/drawing/2014/main" id="{A2DDFCE8-E701-D944-23F2-24BEF5D23A59}"/>
                </a:ext>
              </a:extLst>
            </p:cNvPr>
            <p:cNvCxnSpPr/>
            <p:nvPr/>
          </p:nvCxnSpPr>
          <p:spPr>
            <a:xfrm flipV="1">
              <a:off x="5252448" y="2367056"/>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86871E4-5DFD-43DD-6E3B-C17BE9D179C1}"/>
                </a:ext>
              </a:extLst>
            </p:cNvPr>
            <p:cNvCxnSpPr/>
            <p:nvPr/>
          </p:nvCxnSpPr>
          <p:spPr>
            <a:xfrm flipV="1">
              <a:off x="6391562" y="237231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AA9D5A2A-4491-5A15-FE20-304DC2A5F1C8}"/>
                </a:ext>
              </a:extLst>
            </p:cNvPr>
            <p:cNvSpPr/>
            <p:nvPr/>
          </p:nvSpPr>
          <p:spPr>
            <a:xfrm>
              <a:off x="7072896" y="2057400"/>
              <a:ext cx="2045347" cy="675679"/>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Arrow Connector 49">
              <a:extLst>
                <a:ext uri="{FF2B5EF4-FFF2-40B4-BE49-F238E27FC236}">
                  <a16:creationId xmlns:a16="http://schemas.microsoft.com/office/drawing/2014/main" id="{D47EA309-37B7-3BC4-B6D5-CC7E2D320EB5}"/>
                </a:ext>
              </a:extLst>
            </p:cNvPr>
            <p:cNvCxnSpPr>
              <a:cxnSpLocks/>
              <a:stCxn id="46" idx="3"/>
            </p:cNvCxnSpPr>
            <p:nvPr/>
          </p:nvCxnSpPr>
          <p:spPr>
            <a:xfrm flipV="1">
              <a:off x="9118243" y="2380393"/>
              <a:ext cx="1773005" cy="148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A5AAC90-B4AE-187F-9943-6AA112154C16}"/>
                </a:ext>
              </a:extLst>
            </p:cNvPr>
            <p:cNvCxnSpPr>
              <a:cxnSpLocks/>
              <a:endCxn id="32" idx="4"/>
            </p:cNvCxnSpPr>
            <p:nvPr/>
          </p:nvCxnSpPr>
          <p:spPr>
            <a:xfrm flipV="1">
              <a:off x="3347737" y="259789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2A3977B3-9B7F-E36C-1780-1F987ED8BA9D}"/>
                </a:ext>
              </a:extLst>
            </p:cNvPr>
            <p:cNvSpPr/>
            <p:nvPr/>
          </p:nvSpPr>
          <p:spPr>
            <a:xfrm>
              <a:off x="5550985" y="2990848"/>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6" name="Straight Connector 65">
              <a:extLst>
                <a:ext uri="{FF2B5EF4-FFF2-40B4-BE49-F238E27FC236}">
                  <a16:creationId xmlns:a16="http://schemas.microsoft.com/office/drawing/2014/main" id="{AB3ADEBE-355A-F775-DEF9-7A7881982C08}"/>
                </a:ext>
              </a:extLst>
            </p:cNvPr>
            <p:cNvCxnSpPr>
              <a:endCxn id="59" idx="1"/>
            </p:cNvCxnSpPr>
            <p:nvPr/>
          </p:nvCxnSpPr>
          <p:spPr>
            <a:xfrm>
              <a:off x="3347737" y="3314697"/>
              <a:ext cx="22032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7EE3D39-E43C-CB79-8352-E66BFFB92571}"/>
                </a:ext>
              </a:extLst>
            </p:cNvPr>
            <p:cNvCxnSpPr>
              <a:cxnSpLocks/>
            </p:cNvCxnSpPr>
            <p:nvPr/>
          </p:nvCxnSpPr>
          <p:spPr>
            <a:xfrm>
              <a:off x="6541585" y="3314696"/>
              <a:ext cx="34539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4274649-9E19-8D3A-5996-0819C1C2797A}"/>
                </a:ext>
              </a:extLst>
            </p:cNvPr>
            <p:cNvCxnSpPr/>
            <p:nvPr/>
          </p:nvCxnSpPr>
          <p:spPr>
            <a:xfrm flipV="1">
              <a:off x="9995502" y="2372317"/>
              <a:ext cx="0" cy="94764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07F3EABC-831A-C716-ACC9-09F4DB30AF33}"/>
                </a:ext>
              </a:extLst>
            </p:cNvPr>
            <p:cNvCxnSpPr>
              <a:cxnSpLocks/>
            </p:cNvCxnSpPr>
            <p:nvPr/>
          </p:nvCxnSpPr>
          <p:spPr>
            <a:xfrm flipV="1">
              <a:off x="2200283" y="2606825"/>
              <a:ext cx="0" cy="13174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DADC713-37A2-43E5-EF60-6F5ADE419477}"/>
                </a:ext>
              </a:extLst>
            </p:cNvPr>
            <p:cNvCxnSpPr/>
            <p:nvPr/>
          </p:nvCxnSpPr>
          <p:spPr>
            <a:xfrm>
              <a:off x="10322516" y="2375992"/>
              <a:ext cx="0" cy="15483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F1E7ADC-5215-9367-A68E-FF7545348CF7}"/>
                </a:ext>
              </a:extLst>
            </p:cNvPr>
            <p:cNvCxnSpPr>
              <a:cxnSpLocks/>
            </p:cNvCxnSpPr>
            <p:nvPr/>
          </p:nvCxnSpPr>
          <p:spPr>
            <a:xfrm>
              <a:off x="2200283" y="3924297"/>
              <a:ext cx="81222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A09E77EE-8346-A3A8-8A0E-CEF059FC0B8E}"/>
                </a:ext>
              </a:extLst>
            </p:cNvPr>
            <p:cNvCxnSpPr/>
            <p:nvPr/>
          </p:nvCxnSpPr>
          <p:spPr>
            <a:xfrm flipV="1">
              <a:off x="1315512" y="237599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8CAC9B2D-ABD7-7D96-7503-555A1FA996D4}"/>
                </a:ext>
              </a:extLst>
            </p:cNvPr>
            <p:cNvSpPr/>
            <p:nvPr/>
          </p:nvSpPr>
          <p:spPr>
            <a:xfrm>
              <a:off x="7752289" y="1143000"/>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5" name="Straight Connector 74">
              <a:extLst>
                <a:ext uri="{FF2B5EF4-FFF2-40B4-BE49-F238E27FC236}">
                  <a16:creationId xmlns:a16="http://schemas.microsoft.com/office/drawing/2014/main" id="{83853593-645C-F088-BB71-6B2EFFFA9770}"/>
                </a:ext>
              </a:extLst>
            </p:cNvPr>
            <p:cNvCxnSpPr>
              <a:cxnSpLocks/>
              <a:stCxn id="74" idx="3"/>
            </p:cNvCxnSpPr>
            <p:nvPr/>
          </p:nvCxnSpPr>
          <p:spPr>
            <a:xfrm flipV="1">
              <a:off x="8742889" y="1462965"/>
              <a:ext cx="1579627" cy="38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D5C04EF-AF15-B2F7-903D-C41DDB3D17ED}"/>
                </a:ext>
              </a:extLst>
            </p:cNvPr>
            <p:cNvCxnSpPr/>
            <p:nvPr/>
          </p:nvCxnSpPr>
          <p:spPr>
            <a:xfrm flipV="1">
              <a:off x="10322516" y="1466848"/>
              <a:ext cx="0" cy="909144"/>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549DD28-394A-54DE-CCB4-90FDB509FD3D}"/>
                </a:ext>
              </a:extLst>
            </p:cNvPr>
            <p:cNvCxnSpPr>
              <a:cxnSpLocks/>
            </p:cNvCxnSpPr>
            <p:nvPr/>
          </p:nvCxnSpPr>
          <p:spPr>
            <a:xfrm>
              <a:off x="6135276" y="1429929"/>
              <a:ext cx="16001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7451F67-4821-AFEB-0CEC-26B1FE8D4FAF}"/>
                </a:ext>
              </a:extLst>
            </p:cNvPr>
            <p:cNvCxnSpPr>
              <a:cxnSpLocks/>
            </p:cNvCxnSpPr>
            <p:nvPr/>
          </p:nvCxnSpPr>
          <p:spPr>
            <a:xfrm>
              <a:off x="6135276" y="1429929"/>
              <a:ext cx="16109" cy="7152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068590BD-B813-25EE-4D21-DD0D3F4832D7}"/>
                </a:ext>
              </a:extLst>
            </p:cNvPr>
            <p:cNvSpPr txBox="1"/>
            <p:nvPr/>
          </p:nvSpPr>
          <p:spPr>
            <a:xfrm>
              <a:off x="1694677" y="1960494"/>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0" name="TextBox 79">
              <a:extLst>
                <a:ext uri="{FF2B5EF4-FFF2-40B4-BE49-F238E27FC236}">
                  <a16:creationId xmlns:a16="http://schemas.microsoft.com/office/drawing/2014/main" id="{05A3158A-2A91-7500-4627-96F1B291DA0C}"/>
                </a:ext>
              </a:extLst>
            </p:cNvPr>
            <p:cNvSpPr txBox="1"/>
            <p:nvPr/>
          </p:nvSpPr>
          <p:spPr>
            <a:xfrm>
              <a:off x="2849033" y="198091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1" name="TextBox 80">
              <a:extLst>
                <a:ext uri="{FF2B5EF4-FFF2-40B4-BE49-F238E27FC236}">
                  <a16:creationId xmlns:a16="http://schemas.microsoft.com/office/drawing/2014/main" id="{11D562C9-15EE-38D5-4D31-338C9408E68A}"/>
                </a:ext>
              </a:extLst>
            </p:cNvPr>
            <p:cNvSpPr txBox="1"/>
            <p:nvPr/>
          </p:nvSpPr>
          <p:spPr>
            <a:xfrm>
              <a:off x="5628860" y="2018841"/>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3FDAACC3-0C39-D768-F046-F425218D351C}"/>
                </a:ext>
              </a:extLst>
            </p:cNvPr>
            <p:cNvSpPr txBox="1"/>
            <p:nvPr/>
          </p:nvSpPr>
          <p:spPr>
            <a:xfrm>
              <a:off x="6160261" y="1813953"/>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3" name="TextBox 82">
              <a:extLst>
                <a:ext uri="{FF2B5EF4-FFF2-40B4-BE49-F238E27FC236}">
                  <a16:creationId xmlns:a16="http://schemas.microsoft.com/office/drawing/2014/main" id="{C326789B-AA24-94C5-6BD0-6D0AB9E5B965}"/>
                </a:ext>
              </a:extLst>
            </p:cNvPr>
            <p:cNvSpPr txBox="1"/>
            <p:nvPr/>
          </p:nvSpPr>
          <p:spPr>
            <a:xfrm>
              <a:off x="3364700"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4" name="TextBox 83">
              <a:extLst>
                <a:ext uri="{FF2B5EF4-FFF2-40B4-BE49-F238E27FC236}">
                  <a16:creationId xmlns:a16="http://schemas.microsoft.com/office/drawing/2014/main" id="{679B8728-0CF0-8F00-E847-8BAFC212AA94}"/>
                </a:ext>
              </a:extLst>
            </p:cNvPr>
            <p:cNvSpPr txBox="1"/>
            <p:nvPr/>
          </p:nvSpPr>
          <p:spPr>
            <a:xfrm>
              <a:off x="2218288" y="244076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044FCF05-B393-F6EB-5D7E-E4E4E7FCBCD7}"/>
                </a:ext>
              </a:extLst>
            </p:cNvPr>
            <p:cNvSpPr txBox="1"/>
            <p:nvPr/>
          </p:nvSpPr>
          <p:spPr>
            <a:xfrm>
              <a:off x="636730" y="208367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86" name="TextBox 85">
              <a:extLst>
                <a:ext uri="{FF2B5EF4-FFF2-40B4-BE49-F238E27FC236}">
                  <a16:creationId xmlns:a16="http://schemas.microsoft.com/office/drawing/2014/main" id="{2CC04191-D5C9-19D9-6F14-D25EED037CE2}"/>
                </a:ext>
              </a:extLst>
            </p:cNvPr>
            <p:cNvSpPr txBox="1"/>
            <p:nvPr/>
          </p:nvSpPr>
          <p:spPr>
            <a:xfrm>
              <a:off x="10819444" y="209208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87" name="TextBox 86">
              <a:extLst>
                <a:ext uri="{FF2B5EF4-FFF2-40B4-BE49-F238E27FC236}">
                  <a16:creationId xmlns:a16="http://schemas.microsoft.com/office/drawing/2014/main" id="{34C00B35-D041-21BC-0E31-8239C6B8862E}"/>
                </a:ext>
              </a:extLst>
            </p:cNvPr>
            <p:cNvSpPr txBox="1"/>
            <p:nvPr/>
          </p:nvSpPr>
          <p:spPr>
            <a:xfrm>
              <a:off x="4522327" y="218097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F6EE6BD7-257F-CB61-3981-D049014492FD}"/>
                </a:ext>
              </a:extLst>
            </p:cNvPr>
            <p:cNvSpPr txBox="1"/>
            <p:nvPr/>
          </p:nvSpPr>
          <p:spPr>
            <a:xfrm>
              <a:off x="7716686" y="2180900"/>
              <a:ext cx="9397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a:p>
              <a:r>
                <a:rPr lang="en-US" sz="2000" baseline="-25000" dirty="0">
                  <a:latin typeface="Times New Roman" panose="02020603050405020304" pitchFamily="18" charset="0"/>
                  <a:cs typeface="Times New Roman" panose="02020603050405020304" pitchFamily="18" charset="0"/>
                </a:rPr>
                <a:t> </a:t>
              </a:r>
              <a:endParaRPr lang="en-IN" sz="2000" baseline="-25000" dirty="0">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D6AFAED0-B77F-6119-F95B-94D855CDF8FA}"/>
                </a:ext>
              </a:extLst>
            </p:cNvPr>
            <p:cNvSpPr txBox="1"/>
            <p:nvPr/>
          </p:nvSpPr>
          <p:spPr>
            <a:xfrm>
              <a:off x="5647546" y="3097429"/>
              <a:ext cx="881832"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91" name="TextBox 90">
              <a:extLst>
                <a:ext uri="{FF2B5EF4-FFF2-40B4-BE49-F238E27FC236}">
                  <a16:creationId xmlns:a16="http://schemas.microsoft.com/office/drawing/2014/main" id="{A692F621-6DD1-C33B-36E7-AA9A89FEC9E2}"/>
                </a:ext>
              </a:extLst>
            </p:cNvPr>
            <p:cNvSpPr txBox="1"/>
            <p:nvPr/>
          </p:nvSpPr>
          <p:spPr>
            <a:xfrm>
              <a:off x="8018966" y="1239669"/>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
        <p:nvSpPr>
          <p:cNvPr id="131" name="Rectangle 130">
            <a:extLst>
              <a:ext uri="{FF2B5EF4-FFF2-40B4-BE49-F238E27FC236}">
                <a16:creationId xmlns:a16="http://schemas.microsoft.com/office/drawing/2014/main" id="{6C7B3AA9-7D55-045F-DD4E-DDE46F37B91B}"/>
              </a:ext>
            </a:extLst>
          </p:cNvPr>
          <p:cNvSpPr/>
          <p:nvPr/>
        </p:nvSpPr>
        <p:spPr>
          <a:xfrm>
            <a:off x="5432574" y="228600"/>
            <a:ext cx="4163729" cy="1968585"/>
          </a:xfrm>
          <a:prstGeom prst="rect">
            <a:avLst/>
          </a:prstGeom>
          <a:noFill/>
          <a:ln w="190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2" name="TextBox 131">
            <a:extLst>
              <a:ext uri="{FF2B5EF4-FFF2-40B4-BE49-F238E27FC236}">
                <a16:creationId xmlns:a16="http://schemas.microsoft.com/office/drawing/2014/main" id="{5F95A90B-2E7A-D98B-FA57-0CB7226AFF7B}"/>
              </a:ext>
            </a:extLst>
          </p:cNvPr>
          <p:cNvSpPr txBox="1"/>
          <p:nvPr/>
        </p:nvSpPr>
        <p:spPr>
          <a:xfrm>
            <a:off x="3109119" y="271696"/>
            <a:ext cx="1698642"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Closed Loop</a:t>
            </a:r>
            <a:endParaRPr lang="en-IN" sz="2000" dirty="0">
              <a:latin typeface="Times New Roman" panose="02020603050405020304" pitchFamily="18" charset="0"/>
              <a:cs typeface="Times New Roman" panose="02020603050405020304" pitchFamily="18" charset="0"/>
            </a:endParaRPr>
          </a:p>
        </p:txBody>
      </p:sp>
      <p:cxnSp>
        <p:nvCxnSpPr>
          <p:cNvPr id="134" name="Connector: Elbow 133">
            <a:extLst>
              <a:ext uri="{FF2B5EF4-FFF2-40B4-BE49-F238E27FC236}">
                <a16:creationId xmlns:a16="http://schemas.microsoft.com/office/drawing/2014/main" id="{5FBFDAA6-6515-E727-52FE-41DF7D6647A6}"/>
              </a:ext>
            </a:extLst>
          </p:cNvPr>
          <p:cNvCxnSpPr>
            <a:cxnSpLocks/>
          </p:cNvCxnSpPr>
          <p:nvPr/>
        </p:nvCxnSpPr>
        <p:spPr>
          <a:xfrm>
            <a:off x="4638737" y="501405"/>
            <a:ext cx="793837" cy="170401"/>
          </a:xfrm>
          <a:prstGeom prst="bentConnector3">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46" name="Group 145">
            <a:extLst>
              <a:ext uri="{FF2B5EF4-FFF2-40B4-BE49-F238E27FC236}">
                <a16:creationId xmlns:a16="http://schemas.microsoft.com/office/drawing/2014/main" id="{3AA5FC64-B5E4-AF2F-C361-BDC0EF2F94BD}"/>
              </a:ext>
            </a:extLst>
          </p:cNvPr>
          <p:cNvGrpSpPr/>
          <p:nvPr/>
        </p:nvGrpSpPr>
        <p:grpSpPr>
          <a:xfrm>
            <a:off x="582851" y="3944472"/>
            <a:ext cx="10936094" cy="2002877"/>
            <a:chOff x="345382" y="4259310"/>
            <a:chExt cx="10936094" cy="2002877"/>
          </a:xfrm>
        </p:grpSpPr>
        <p:sp>
          <p:nvSpPr>
            <p:cNvPr id="11" name="Flowchart: Summing Junction 10">
              <a:extLst>
                <a:ext uri="{FF2B5EF4-FFF2-40B4-BE49-F238E27FC236}">
                  <a16:creationId xmlns:a16="http://schemas.microsoft.com/office/drawing/2014/main" id="{F58E5922-FBD6-45A8-89BA-5E743232A365}"/>
                </a:ext>
              </a:extLst>
            </p:cNvPr>
            <p:cNvSpPr/>
            <p:nvPr/>
          </p:nvSpPr>
          <p:spPr>
            <a:xfrm>
              <a:off x="1684500" y="447411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lowchart: Summing Junction 20">
              <a:extLst>
                <a:ext uri="{FF2B5EF4-FFF2-40B4-BE49-F238E27FC236}">
                  <a16:creationId xmlns:a16="http://schemas.microsoft.com/office/drawing/2014/main" id="{67324786-1EC3-5728-B4E3-1A8049E63B64}"/>
                </a:ext>
              </a:extLst>
            </p:cNvPr>
            <p:cNvSpPr/>
            <p:nvPr/>
          </p:nvSpPr>
          <p:spPr>
            <a:xfrm>
              <a:off x="2827500" y="447411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2" name="Straight Arrow Connector 91">
              <a:extLst>
                <a:ext uri="{FF2B5EF4-FFF2-40B4-BE49-F238E27FC236}">
                  <a16:creationId xmlns:a16="http://schemas.microsoft.com/office/drawing/2014/main" id="{33418EE8-C395-8BC5-605D-1016DACB13FC}"/>
                </a:ext>
              </a:extLst>
            </p:cNvPr>
            <p:cNvCxnSpPr>
              <a:stCxn id="11" idx="6"/>
            </p:cNvCxnSpPr>
            <p:nvPr/>
          </p:nvCxnSpPr>
          <p:spPr>
            <a:xfrm flipV="1">
              <a:off x="2146165" y="470494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FB0B0DEC-32F8-28B0-C48B-62E0492E794E}"/>
                </a:ext>
              </a:extLst>
            </p:cNvPr>
            <p:cNvCxnSpPr/>
            <p:nvPr/>
          </p:nvCxnSpPr>
          <p:spPr>
            <a:xfrm flipV="1">
              <a:off x="3289165" y="470494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46BE9331-1A7D-0B39-A553-0A03B7DDFF82}"/>
                </a:ext>
              </a:extLst>
            </p:cNvPr>
            <p:cNvSpPr/>
            <p:nvPr/>
          </p:nvSpPr>
          <p:spPr>
            <a:xfrm>
              <a:off x="3970500" y="4390035"/>
              <a:ext cx="990600" cy="647697"/>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6" name="Straight Arrow Connector 95">
              <a:extLst>
                <a:ext uri="{FF2B5EF4-FFF2-40B4-BE49-F238E27FC236}">
                  <a16:creationId xmlns:a16="http://schemas.microsoft.com/office/drawing/2014/main" id="{AF400AA9-EE24-BAB7-A294-5F8B7FD6DCCE}"/>
                </a:ext>
              </a:extLst>
            </p:cNvPr>
            <p:cNvCxnSpPr>
              <a:cxnSpLocks/>
              <a:endCxn id="138" idx="1"/>
            </p:cNvCxnSpPr>
            <p:nvPr/>
          </p:nvCxnSpPr>
          <p:spPr>
            <a:xfrm>
              <a:off x="4961100" y="4704947"/>
              <a:ext cx="1462074" cy="1408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66559A27-E91F-6814-56AF-279C36095C18}"/>
                </a:ext>
              </a:extLst>
            </p:cNvPr>
            <p:cNvCxnSpPr>
              <a:cxnSpLocks/>
              <a:stCxn id="138" idx="3"/>
            </p:cNvCxnSpPr>
            <p:nvPr/>
          </p:nvCxnSpPr>
          <p:spPr>
            <a:xfrm flipV="1">
              <a:off x="9040568" y="4718283"/>
              <a:ext cx="1559332" cy="7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5E072F38-9C33-ED6C-9AA9-E0492230F9C5}"/>
                </a:ext>
              </a:extLst>
            </p:cNvPr>
            <p:cNvCxnSpPr>
              <a:cxnSpLocks/>
              <a:endCxn id="21" idx="4"/>
            </p:cNvCxnSpPr>
            <p:nvPr/>
          </p:nvCxnSpPr>
          <p:spPr>
            <a:xfrm flipV="1">
              <a:off x="3056389" y="493578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357BAFEE-66FA-0B3D-C192-4EB4F41893FD}"/>
                </a:ext>
              </a:extLst>
            </p:cNvPr>
            <p:cNvSpPr/>
            <p:nvPr/>
          </p:nvSpPr>
          <p:spPr>
            <a:xfrm>
              <a:off x="5259637" y="5328738"/>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4" name="Straight Connector 103">
              <a:extLst>
                <a:ext uri="{FF2B5EF4-FFF2-40B4-BE49-F238E27FC236}">
                  <a16:creationId xmlns:a16="http://schemas.microsoft.com/office/drawing/2014/main" id="{3FE5DBC7-9453-95AC-3F27-CEF60686DFBE}"/>
                </a:ext>
              </a:extLst>
            </p:cNvPr>
            <p:cNvCxnSpPr>
              <a:endCxn id="103" idx="1"/>
            </p:cNvCxnSpPr>
            <p:nvPr/>
          </p:nvCxnSpPr>
          <p:spPr>
            <a:xfrm>
              <a:off x="3056389" y="5652587"/>
              <a:ext cx="22032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6ECA1D73-D19E-A7EE-65A0-37A52419F808}"/>
                </a:ext>
              </a:extLst>
            </p:cNvPr>
            <p:cNvCxnSpPr>
              <a:cxnSpLocks/>
            </p:cNvCxnSpPr>
            <p:nvPr/>
          </p:nvCxnSpPr>
          <p:spPr>
            <a:xfrm>
              <a:off x="6250237" y="5652586"/>
              <a:ext cx="345391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307DFCC-00DC-5151-E43A-C9FD7ACE57A1}"/>
                </a:ext>
              </a:extLst>
            </p:cNvPr>
            <p:cNvCxnSpPr/>
            <p:nvPr/>
          </p:nvCxnSpPr>
          <p:spPr>
            <a:xfrm flipV="1">
              <a:off x="9704154" y="4710207"/>
              <a:ext cx="0" cy="94764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8ADBAB12-64CD-A884-FCF5-BAEEC54AFF78}"/>
                </a:ext>
              </a:extLst>
            </p:cNvPr>
            <p:cNvCxnSpPr>
              <a:cxnSpLocks/>
            </p:cNvCxnSpPr>
            <p:nvPr/>
          </p:nvCxnSpPr>
          <p:spPr>
            <a:xfrm flipV="1">
              <a:off x="1908935" y="4944715"/>
              <a:ext cx="0" cy="13174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457560D7-F146-946C-1514-C82EEF10F7D5}"/>
                </a:ext>
              </a:extLst>
            </p:cNvPr>
            <p:cNvCxnSpPr/>
            <p:nvPr/>
          </p:nvCxnSpPr>
          <p:spPr>
            <a:xfrm>
              <a:off x="10031168" y="4713882"/>
              <a:ext cx="0" cy="15483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3FA0A38-1971-EA58-EB4E-20F497B22442}"/>
                </a:ext>
              </a:extLst>
            </p:cNvPr>
            <p:cNvCxnSpPr>
              <a:cxnSpLocks/>
            </p:cNvCxnSpPr>
            <p:nvPr/>
          </p:nvCxnSpPr>
          <p:spPr>
            <a:xfrm>
              <a:off x="1908935" y="6262187"/>
              <a:ext cx="81222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E34FE711-AE8A-0836-44C8-8693527FBC49}"/>
                </a:ext>
              </a:extLst>
            </p:cNvPr>
            <p:cNvCxnSpPr/>
            <p:nvPr/>
          </p:nvCxnSpPr>
          <p:spPr>
            <a:xfrm flipV="1">
              <a:off x="1024164" y="471388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2794D586-DE8A-3437-9687-62AA66F930B5}"/>
                </a:ext>
              </a:extLst>
            </p:cNvPr>
            <p:cNvSpPr txBox="1"/>
            <p:nvPr/>
          </p:nvSpPr>
          <p:spPr>
            <a:xfrm>
              <a:off x="1403329" y="4298384"/>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117" name="TextBox 116">
              <a:extLst>
                <a:ext uri="{FF2B5EF4-FFF2-40B4-BE49-F238E27FC236}">
                  <a16:creationId xmlns:a16="http://schemas.microsoft.com/office/drawing/2014/main" id="{CE8097A7-3C6D-05F3-D57E-452D0D26B9EE}"/>
                </a:ext>
              </a:extLst>
            </p:cNvPr>
            <p:cNvSpPr txBox="1"/>
            <p:nvPr/>
          </p:nvSpPr>
          <p:spPr>
            <a:xfrm>
              <a:off x="2557685" y="431880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120" name="TextBox 119">
              <a:extLst>
                <a:ext uri="{FF2B5EF4-FFF2-40B4-BE49-F238E27FC236}">
                  <a16:creationId xmlns:a16="http://schemas.microsoft.com/office/drawing/2014/main" id="{B0823DFE-3414-EE1A-53F6-83ABA41CEBA4}"/>
                </a:ext>
              </a:extLst>
            </p:cNvPr>
            <p:cNvSpPr txBox="1"/>
            <p:nvPr/>
          </p:nvSpPr>
          <p:spPr>
            <a:xfrm>
              <a:off x="3073352" y="477865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121" name="TextBox 120">
              <a:extLst>
                <a:ext uri="{FF2B5EF4-FFF2-40B4-BE49-F238E27FC236}">
                  <a16:creationId xmlns:a16="http://schemas.microsoft.com/office/drawing/2014/main" id="{3300AC1B-BCDD-C83B-0791-FBEF851C280F}"/>
                </a:ext>
              </a:extLst>
            </p:cNvPr>
            <p:cNvSpPr txBox="1"/>
            <p:nvPr/>
          </p:nvSpPr>
          <p:spPr>
            <a:xfrm>
              <a:off x="1926940" y="477865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122" name="TextBox 121">
              <a:extLst>
                <a:ext uri="{FF2B5EF4-FFF2-40B4-BE49-F238E27FC236}">
                  <a16:creationId xmlns:a16="http://schemas.microsoft.com/office/drawing/2014/main" id="{00DA57E9-4409-17F7-EC50-896303240856}"/>
                </a:ext>
              </a:extLst>
            </p:cNvPr>
            <p:cNvSpPr txBox="1"/>
            <p:nvPr/>
          </p:nvSpPr>
          <p:spPr>
            <a:xfrm>
              <a:off x="345382" y="442156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123" name="TextBox 122">
              <a:extLst>
                <a:ext uri="{FF2B5EF4-FFF2-40B4-BE49-F238E27FC236}">
                  <a16:creationId xmlns:a16="http://schemas.microsoft.com/office/drawing/2014/main" id="{3E1A3F40-1680-BF8E-1D6C-258B736A354E}"/>
                </a:ext>
              </a:extLst>
            </p:cNvPr>
            <p:cNvSpPr txBox="1"/>
            <p:nvPr/>
          </p:nvSpPr>
          <p:spPr>
            <a:xfrm>
              <a:off x="10528096" y="442997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124" name="TextBox 123">
              <a:extLst>
                <a:ext uri="{FF2B5EF4-FFF2-40B4-BE49-F238E27FC236}">
                  <a16:creationId xmlns:a16="http://schemas.microsoft.com/office/drawing/2014/main" id="{4FDFFE15-393E-D336-C298-452B34860A87}"/>
                </a:ext>
              </a:extLst>
            </p:cNvPr>
            <p:cNvSpPr txBox="1"/>
            <p:nvPr/>
          </p:nvSpPr>
          <p:spPr>
            <a:xfrm>
              <a:off x="4230979" y="4518861"/>
              <a:ext cx="6534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127" name="TextBox 126">
              <a:extLst>
                <a:ext uri="{FF2B5EF4-FFF2-40B4-BE49-F238E27FC236}">
                  <a16:creationId xmlns:a16="http://schemas.microsoft.com/office/drawing/2014/main" id="{9835ACA8-618B-35AA-0FD3-8C352E67C431}"/>
                </a:ext>
              </a:extLst>
            </p:cNvPr>
            <p:cNvSpPr txBox="1"/>
            <p:nvPr/>
          </p:nvSpPr>
          <p:spPr>
            <a:xfrm>
              <a:off x="5329429" y="5468462"/>
              <a:ext cx="986992"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138" name="Rectangle 137">
              <a:extLst>
                <a:ext uri="{FF2B5EF4-FFF2-40B4-BE49-F238E27FC236}">
                  <a16:creationId xmlns:a16="http://schemas.microsoft.com/office/drawing/2014/main" id="{63474315-67C8-1A47-91DC-5CACB78B3123}"/>
                </a:ext>
              </a:extLst>
            </p:cNvPr>
            <p:cNvSpPr/>
            <p:nvPr/>
          </p:nvSpPr>
          <p:spPr>
            <a:xfrm>
              <a:off x="6423174" y="4259310"/>
              <a:ext cx="2617394" cy="919444"/>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1" name="TextBox 140">
              <a:extLst>
                <a:ext uri="{FF2B5EF4-FFF2-40B4-BE49-F238E27FC236}">
                  <a16:creationId xmlns:a16="http://schemas.microsoft.com/office/drawing/2014/main" id="{A8A7A12D-E854-B1C3-1DE5-9E0A1C331B98}"/>
                </a:ext>
              </a:extLst>
            </p:cNvPr>
            <p:cNvSpPr txBox="1"/>
            <p:nvPr/>
          </p:nvSpPr>
          <p:spPr>
            <a:xfrm>
              <a:off x="6572279" y="4358505"/>
              <a:ext cx="1939683"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a:p>
              <a:r>
                <a:rPr lang="en-IN" sz="2000" dirty="0"/>
                <a:t>     1 +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H</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a:p>
              <a:endParaRPr lang="en-IN" sz="2000" dirty="0"/>
            </a:p>
          </p:txBody>
        </p:sp>
        <p:cxnSp>
          <p:nvCxnSpPr>
            <p:cNvPr id="143" name="Straight Connector 142">
              <a:extLst>
                <a:ext uri="{FF2B5EF4-FFF2-40B4-BE49-F238E27FC236}">
                  <a16:creationId xmlns:a16="http://schemas.microsoft.com/office/drawing/2014/main" id="{BCB4CF6D-FDD8-5BAE-CF1B-BB993F1AF6AF}"/>
                </a:ext>
              </a:extLst>
            </p:cNvPr>
            <p:cNvCxnSpPr>
              <a:cxnSpLocks/>
            </p:cNvCxnSpPr>
            <p:nvPr/>
          </p:nvCxnSpPr>
          <p:spPr>
            <a:xfrm>
              <a:off x="6971150" y="4755922"/>
              <a:ext cx="128015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1090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2E0E-E805-CF5D-1F09-332B71C6B05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F980403-B082-A86B-6B36-644431307430}"/>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8DDE132C-E4CF-7978-E0BB-55564B57EB02}"/>
              </a:ext>
            </a:extLst>
          </p:cNvPr>
          <p:cNvSpPr>
            <a:spLocks noGrp="1"/>
          </p:cNvSpPr>
          <p:nvPr>
            <p:ph type="sldNum" sz="quarter" idx="12"/>
          </p:nvPr>
        </p:nvSpPr>
        <p:spPr/>
        <p:txBody>
          <a:bodyPr/>
          <a:lstStyle/>
          <a:p>
            <a:fld id="{DFFB4172-2071-4B6D-9A3C-0848A49D4CBF}" type="slidenum">
              <a:rPr lang="en-US" smtClean="0"/>
              <a:pPr/>
              <a:t>31</a:t>
            </a:fld>
            <a:endParaRPr lang="en-US"/>
          </a:p>
        </p:txBody>
      </p:sp>
      <p:grpSp>
        <p:nvGrpSpPr>
          <p:cNvPr id="43" name="Group 42">
            <a:extLst>
              <a:ext uri="{FF2B5EF4-FFF2-40B4-BE49-F238E27FC236}">
                <a16:creationId xmlns:a16="http://schemas.microsoft.com/office/drawing/2014/main" id="{7EAD1911-F333-A9AF-1521-E4EA6E688283}"/>
              </a:ext>
            </a:extLst>
          </p:cNvPr>
          <p:cNvGrpSpPr/>
          <p:nvPr/>
        </p:nvGrpSpPr>
        <p:grpSpPr>
          <a:xfrm>
            <a:off x="823119" y="125277"/>
            <a:ext cx="10936094" cy="2575485"/>
            <a:chOff x="823119" y="125277"/>
            <a:chExt cx="10936094" cy="2575485"/>
          </a:xfrm>
        </p:grpSpPr>
        <p:sp>
          <p:nvSpPr>
            <p:cNvPr id="3" name="Flowchart: Summing Junction 2">
              <a:extLst>
                <a:ext uri="{FF2B5EF4-FFF2-40B4-BE49-F238E27FC236}">
                  <a16:creationId xmlns:a16="http://schemas.microsoft.com/office/drawing/2014/main" id="{30F0CDA4-9B7B-13F1-1440-DE2D3CB56F89}"/>
                </a:ext>
              </a:extLst>
            </p:cNvPr>
            <p:cNvSpPr/>
            <p:nvPr/>
          </p:nvSpPr>
          <p:spPr>
            <a:xfrm>
              <a:off x="2162237" y="90060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lowchart: Summing Junction 5">
              <a:extLst>
                <a:ext uri="{FF2B5EF4-FFF2-40B4-BE49-F238E27FC236}">
                  <a16:creationId xmlns:a16="http://schemas.microsoft.com/office/drawing/2014/main" id="{D59242F7-F216-576C-268A-C7871DB5DF9E}"/>
                </a:ext>
              </a:extLst>
            </p:cNvPr>
            <p:cNvSpPr/>
            <p:nvPr/>
          </p:nvSpPr>
          <p:spPr>
            <a:xfrm>
              <a:off x="3305237" y="900605"/>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9D8DA78F-40AD-7F9C-4774-38ACCB0B6615}"/>
                </a:ext>
              </a:extLst>
            </p:cNvPr>
            <p:cNvCxnSpPr>
              <a:stCxn id="3" idx="6"/>
            </p:cNvCxnSpPr>
            <p:nvPr/>
          </p:nvCxnSpPr>
          <p:spPr>
            <a:xfrm flipV="1">
              <a:off x="2623902" y="1131437"/>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5A1AD1D-5F5F-A095-AF9B-F08B2B4E65E8}"/>
                </a:ext>
              </a:extLst>
            </p:cNvPr>
            <p:cNvCxnSpPr>
              <a:cxnSpLocks/>
              <a:endCxn id="29" idx="1"/>
            </p:cNvCxnSpPr>
            <p:nvPr/>
          </p:nvCxnSpPr>
          <p:spPr>
            <a:xfrm>
              <a:off x="3766902" y="1131438"/>
              <a:ext cx="1486827" cy="26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C4F2E12-40DE-EDB6-B479-AE18C192BD44}"/>
                </a:ext>
              </a:extLst>
            </p:cNvPr>
            <p:cNvCxnSpPr>
              <a:cxnSpLocks/>
              <a:stCxn id="29" idx="3"/>
            </p:cNvCxnSpPr>
            <p:nvPr/>
          </p:nvCxnSpPr>
          <p:spPr>
            <a:xfrm flipV="1">
              <a:off x="7871123" y="1124984"/>
              <a:ext cx="2964796" cy="90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9040325-A74F-8240-6580-7E4A8B82D50E}"/>
                </a:ext>
              </a:extLst>
            </p:cNvPr>
            <p:cNvCxnSpPr>
              <a:cxnSpLocks/>
              <a:endCxn id="6" idx="4"/>
            </p:cNvCxnSpPr>
            <p:nvPr/>
          </p:nvCxnSpPr>
          <p:spPr>
            <a:xfrm flipV="1">
              <a:off x="3534126" y="1362270"/>
              <a:ext cx="1944" cy="71680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70AE678-1864-D907-A844-564826791977}"/>
                </a:ext>
              </a:extLst>
            </p:cNvPr>
            <p:cNvSpPr/>
            <p:nvPr/>
          </p:nvSpPr>
          <p:spPr>
            <a:xfrm>
              <a:off x="5737374" y="1755228"/>
              <a:ext cx="990600" cy="647697"/>
            </a:xfrm>
            <a:prstGeom prst="rect">
              <a:avLst/>
            </a:prstGeom>
            <a:solidFill>
              <a:schemeClr val="accent6">
                <a:lumMod val="20000"/>
                <a:lumOff val="80000"/>
              </a:schemeClr>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8C3C2641-69D1-6802-E21C-74CC8F23E37B}"/>
                </a:ext>
              </a:extLst>
            </p:cNvPr>
            <p:cNvCxnSpPr>
              <a:endCxn id="13" idx="1"/>
            </p:cNvCxnSpPr>
            <p:nvPr/>
          </p:nvCxnSpPr>
          <p:spPr>
            <a:xfrm>
              <a:off x="3534126" y="2079077"/>
              <a:ext cx="22032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EF88EE-1324-001C-BFED-0D6BC7312028}"/>
                </a:ext>
              </a:extLst>
            </p:cNvPr>
            <p:cNvCxnSpPr>
              <a:cxnSpLocks/>
            </p:cNvCxnSpPr>
            <p:nvPr/>
          </p:nvCxnSpPr>
          <p:spPr>
            <a:xfrm>
              <a:off x="6727974" y="2079076"/>
              <a:ext cx="198537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5142E69-00EE-7699-1582-2428C930ACC5}"/>
                </a:ext>
              </a:extLst>
            </p:cNvPr>
            <p:cNvCxnSpPr/>
            <p:nvPr/>
          </p:nvCxnSpPr>
          <p:spPr>
            <a:xfrm flipV="1">
              <a:off x="8713351" y="1129513"/>
              <a:ext cx="0" cy="94764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1D160F3-56EF-CDE7-16A5-EB3C5001A48D}"/>
                </a:ext>
              </a:extLst>
            </p:cNvPr>
            <p:cNvCxnSpPr>
              <a:cxnSpLocks/>
            </p:cNvCxnSpPr>
            <p:nvPr/>
          </p:nvCxnSpPr>
          <p:spPr>
            <a:xfrm flipV="1">
              <a:off x="2386672" y="1371205"/>
              <a:ext cx="0" cy="13174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8A24B2C-C795-3B0B-345C-4C39DEE19697}"/>
                </a:ext>
              </a:extLst>
            </p:cNvPr>
            <p:cNvCxnSpPr>
              <a:cxnSpLocks/>
            </p:cNvCxnSpPr>
            <p:nvPr/>
          </p:nvCxnSpPr>
          <p:spPr>
            <a:xfrm>
              <a:off x="9052719" y="1131437"/>
              <a:ext cx="0" cy="1569325"/>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5BD0983-250F-4A9C-F807-10B7773659CE}"/>
                </a:ext>
              </a:extLst>
            </p:cNvPr>
            <p:cNvCxnSpPr>
              <a:cxnSpLocks/>
            </p:cNvCxnSpPr>
            <p:nvPr/>
          </p:nvCxnSpPr>
          <p:spPr>
            <a:xfrm>
              <a:off x="2376162" y="2688677"/>
              <a:ext cx="66660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B7E74AB-6E2E-B7C8-1314-BA98BB3D46C0}"/>
                </a:ext>
              </a:extLst>
            </p:cNvPr>
            <p:cNvCxnSpPr/>
            <p:nvPr/>
          </p:nvCxnSpPr>
          <p:spPr>
            <a:xfrm flipV="1">
              <a:off x="1501901" y="1140372"/>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F54BE4F-DA1D-E87D-E629-A2C5E909EAFB}"/>
                </a:ext>
              </a:extLst>
            </p:cNvPr>
            <p:cNvSpPr txBox="1"/>
            <p:nvPr/>
          </p:nvSpPr>
          <p:spPr>
            <a:xfrm>
              <a:off x="1881066" y="724874"/>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53C85D3D-574B-8CF4-A6CF-B693D73859B4}"/>
                </a:ext>
              </a:extLst>
            </p:cNvPr>
            <p:cNvSpPr txBox="1"/>
            <p:nvPr/>
          </p:nvSpPr>
          <p:spPr>
            <a:xfrm>
              <a:off x="3035422" y="74529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868D1653-A4C8-F9C9-36E5-A0CA6DAB1563}"/>
                </a:ext>
              </a:extLst>
            </p:cNvPr>
            <p:cNvSpPr txBox="1"/>
            <p:nvPr/>
          </p:nvSpPr>
          <p:spPr>
            <a:xfrm>
              <a:off x="3551089" y="120514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8456ED21-2459-C340-039D-B22B7628593D}"/>
                </a:ext>
              </a:extLst>
            </p:cNvPr>
            <p:cNvSpPr txBox="1"/>
            <p:nvPr/>
          </p:nvSpPr>
          <p:spPr>
            <a:xfrm>
              <a:off x="2404677" y="1205146"/>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24574D37-351C-8617-14BC-E1A0DE31800A}"/>
                </a:ext>
              </a:extLst>
            </p:cNvPr>
            <p:cNvSpPr txBox="1"/>
            <p:nvPr/>
          </p:nvSpPr>
          <p:spPr>
            <a:xfrm>
              <a:off x="823119" y="84805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ED62142C-6744-9561-178D-8F66B420FAB6}"/>
                </a:ext>
              </a:extLst>
            </p:cNvPr>
            <p:cNvSpPr txBox="1"/>
            <p:nvPr/>
          </p:nvSpPr>
          <p:spPr>
            <a:xfrm>
              <a:off x="11005833" y="85646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86E11618-AC06-5186-2B5F-8F0B462AB3A3}"/>
                </a:ext>
              </a:extLst>
            </p:cNvPr>
            <p:cNvSpPr txBox="1"/>
            <p:nvPr/>
          </p:nvSpPr>
          <p:spPr>
            <a:xfrm>
              <a:off x="5807166" y="1894952"/>
              <a:ext cx="986992"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grpSp>
          <p:nvGrpSpPr>
            <p:cNvPr id="34" name="Group 33">
              <a:extLst>
                <a:ext uri="{FF2B5EF4-FFF2-40B4-BE49-F238E27FC236}">
                  <a16:creationId xmlns:a16="http://schemas.microsoft.com/office/drawing/2014/main" id="{886E4BFE-7CE0-711E-20C0-BDAB58DD767C}"/>
                </a:ext>
              </a:extLst>
            </p:cNvPr>
            <p:cNvGrpSpPr/>
            <p:nvPr/>
          </p:nvGrpSpPr>
          <p:grpSpPr>
            <a:xfrm>
              <a:off x="5253729" y="674320"/>
              <a:ext cx="2617394" cy="1114858"/>
              <a:chOff x="6900911" y="685800"/>
              <a:chExt cx="2617394" cy="1114858"/>
            </a:xfrm>
          </p:grpSpPr>
          <p:sp>
            <p:nvSpPr>
              <p:cNvPr id="29" name="Rectangle 28">
                <a:extLst>
                  <a:ext uri="{FF2B5EF4-FFF2-40B4-BE49-F238E27FC236}">
                    <a16:creationId xmlns:a16="http://schemas.microsoft.com/office/drawing/2014/main" id="{59E7127B-CB73-CF9E-C6C4-92DD47609832}"/>
                  </a:ext>
                </a:extLst>
              </p:cNvPr>
              <p:cNvSpPr/>
              <p:nvPr/>
            </p:nvSpPr>
            <p:spPr>
              <a:xfrm>
                <a:off x="6900911" y="685800"/>
                <a:ext cx="2617394" cy="919444"/>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FE119572-76CC-32C4-8D41-899AE3979156}"/>
                  </a:ext>
                </a:extLst>
              </p:cNvPr>
              <p:cNvSpPr txBox="1"/>
              <p:nvPr/>
            </p:nvSpPr>
            <p:spPr>
              <a:xfrm>
                <a:off x="7050016" y="784995"/>
                <a:ext cx="235337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a:p>
                <a:r>
                  <a:rPr lang="en-IN" sz="2000" dirty="0"/>
                  <a:t>     1 +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H</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a:p>
                <a:endParaRPr lang="en-IN" sz="2000" dirty="0"/>
              </a:p>
            </p:txBody>
          </p:sp>
        </p:grpSp>
        <p:cxnSp>
          <p:nvCxnSpPr>
            <p:cNvPr id="31" name="Straight Connector 30">
              <a:extLst>
                <a:ext uri="{FF2B5EF4-FFF2-40B4-BE49-F238E27FC236}">
                  <a16:creationId xmlns:a16="http://schemas.microsoft.com/office/drawing/2014/main" id="{8B031470-A450-4993-09BE-45DB813EC8BD}"/>
                </a:ext>
              </a:extLst>
            </p:cNvPr>
            <p:cNvCxnSpPr>
              <a:cxnSpLocks/>
            </p:cNvCxnSpPr>
            <p:nvPr/>
          </p:nvCxnSpPr>
          <p:spPr>
            <a:xfrm>
              <a:off x="5547519" y="1161392"/>
              <a:ext cx="1752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027EF1B4-6B58-FFD1-2A44-20325CB9D14E}"/>
                </a:ext>
              </a:extLst>
            </p:cNvPr>
            <p:cNvSpPr/>
            <p:nvPr/>
          </p:nvSpPr>
          <p:spPr>
            <a:xfrm>
              <a:off x="2964569" y="381000"/>
              <a:ext cx="5939319" cy="2165254"/>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22765356-2186-6EBD-05D5-435EF12B7BBD}"/>
                </a:ext>
              </a:extLst>
            </p:cNvPr>
            <p:cNvSpPr txBox="1"/>
            <p:nvPr/>
          </p:nvSpPr>
          <p:spPr>
            <a:xfrm>
              <a:off x="1095594" y="125277"/>
              <a:ext cx="1698642"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Closed Loop</a:t>
              </a:r>
              <a:endParaRPr lang="en-IN" sz="2000" dirty="0">
                <a:latin typeface="Times New Roman" panose="02020603050405020304" pitchFamily="18" charset="0"/>
                <a:cs typeface="Times New Roman" panose="02020603050405020304" pitchFamily="18" charset="0"/>
              </a:endParaRPr>
            </a:p>
          </p:txBody>
        </p:sp>
        <p:cxnSp>
          <p:nvCxnSpPr>
            <p:cNvPr id="42" name="Connector: Elbow 41">
              <a:extLst>
                <a:ext uri="{FF2B5EF4-FFF2-40B4-BE49-F238E27FC236}">
                  <a16:creationId xmlns:a16="http://schemas.microsoft.com/office/drawing/2014/main" id="{AA9EB2E4-5D43-3BA9-2EC1-A5799FCC27D7}"/>
                </a:ext>
              </a:extLst>
            </p:cNvPr>
            <p:cNvCxnSpPr>
              <a:cxnSpLocks/>
            </p:cNvCxnSpPr>
            <p:nvPr/>
          </p:nvCxnSpPr>
          <p:spPr>
            <a:xfrm>
              <a:off x="2129722" y="502977"/>
              <a:ext cx="793837" cy="170401"/>
            </a:xfrm>
            <a:prstGeom prst="bentConnector3">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Flowchart: Summing Junction 44">
            <a:extLst>
              <a:ext uri="{FF2B5EF4-FFF2-40B4-BE49-F238E27FC236}">
                <a16:creationId xmlns:a16="http://schemas.microsoft.com/office/drawing/2014/main" id="{33D183AD-EEAB-8439-D1BA-AEC5262CC570}"/>
              </a:ext>
            </a:extLst>
          </p:cNvPr>
          <p:cNvSpPr/>
          <p:nvPr/>
        </p:nvSpPr>
        <p:spPr>
          <a:xfrm>
            <a:off x="1951990" y="3828636"/>
            <a:ext cx="461665" cy="461665"/>
          </a:xfrm>
          <a:prstGeom prst="flowChartSummingJunction">
            <a:avLst/>
          </a:prstGeom>
          <a:solidFill>
            <a:srgbClr val="D0EBB3"/>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a:extLst>
              <a:ext uri="{FF2B5EF4-FFF2-40B4-BE49-F238E27FC236}">
                <a16:creationId xmlns:a16="http://schemas.microsoft.com/office/drawing/2014/main" id="{D6E6DAF3-B76E-D58D-6DB5-C74C8AF465CB}"/>
              </a:ext>
            </a:extLst>
          </p:cNvPr>
          <p:cNvCxnSpPr>
            <a:cxnSpLocks/>
            <a:stCxn id="45" idx="6"/>
            <a:endCxn id="71" idx="1"/>
          </p:cNvCxnSpPr>
          <p:nvPr/>
        </p:nvCxnSpPr>
        <p:spPr>
          <a:xfrm>
            <a:off x="2413655" y="4059469"/>
            <a:ext cx="1971476" cy="26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5A1DAEC-C7E0-DFFD-8DD1-3E9A28480DB5}"/>
              </a:ext>
            </a:extLst>
          </p:cNvPr>
          <p:cNvCxnSpPr>
            <a:cxnSpLocks/>
            <a:stCxn id="71" idx="3"/>
          </p:cNvCxnSpPr>
          <p:nvPr/>
        </p:nvCxnSpPr>
        <p:spPr>
          <a:xfrm flipV="1">
            <a:off x="7660876" y="4053015"/>
            <a:ext cx="2087307" cy="90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15F3766-ABAE-35B2-808A-358BBE792B3C}"/>
              </a:ext>
            </a:extLst>
          </p:cNvPr>
          <p:cNvCxnSpPr>
            <a:cxnSpLocks/>
          </p:cNvCxnSpPr>
          <p:nvPr/>
        </p:nvCxnSpPr>
        <p:spPr>
          <a:xfrm flipV="1">
            <a:off x="2176425" y="4299236"/>
            <a:ext cx="0" cy="13174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5C6FCA7-6D1E-AD7B-F824-5DF18CA56145}"/>
              </a:ext>
            </a:extLst>
          </p:cNvPr>
          <p:cNvCxnSpPr>
            <a:cxnSpLocks/>
          </p:cNvCxnSpPr>
          <p:nvPr/>
        </p:nvCxnSpPr>
        <p:spPr>
          <a:xfrm>
            <a:off x="8842472" y="4059468"/>
            <a:ext cx="0" cy="1569325"/>
          </a:xfrm>
          <a:prstGeom prst="line">
            <a:avLst/>
          </a:prstGeom>
          <a:ln w="1905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37D2723-AA9D-EE70-C32C-F49161D32BE1}"/>
              </a:ext>
            </a:extLst>
          </p:cNvPr>
          <p:cNvCxnSpPr>
            <a:cxnSpLocks/>
          </p:cNvCxnSpPr>
          <p:nvPr/>
        </p:nvCxnSpPr>
        <p:spPr>
          <a:xfrm>
            <a:off x="2165915" y="5616708"/>
            <a:ext cx="66660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396AAF7-EA7D-8111-B9A7-1641FF61B490}"/>
              </a:ext>
            </a:extLst>
          </p:cNvPr>
          <p:cNvCxnSpPr/>
          <p:nvPr/>
        </p:nvCxnSpPr>
        <p:spPr>
          <a:xfrm flipV="1">
            <a:off x="1291654" y="4068403"/>
            <a:ext cx="68133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27317C88-C648-25C2-CEC1-8A310210CE82}"/>
              </a:ext>
            </a:extLst>
          </p:cNvPr>
          <p:cNvSpPr txBox="1"/>
          <p:nvPr/>
        </p:nvSpPr>
        <p:spPr>
          <a:xfrm>
            <a:off x="1670819" y="3652905"/>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07EEB6D1-4889-58E0-07A4-DA2D188ECC75}"/>
              </a:ext>
            </a:extLst>
          </p:cNvPr>
          <p:cNvSpPr txBox="1"/>
          <p:nvPr/>
        </p:nvSpPr>
        <p:spPr>
          <a:xfrm>
            <a:off x="2194430" y="4133177"/>
            <a:ext cx="35677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C3930E1A-F7F4-EBC4-21DA-E6018F0EFE10}"/>
              </a:ext>
            </a:extLst>
          </p:cNvPr>
          <p:cNvSpPr txBox="1"/>
          <p:nvPr/>
        </p:nvSpPr>
        <p:spPr>
          <a:xfrm>
            <a:off x="612872" y="3776086"/>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02C0E91A-3EA0-95BF-AE96-E21A07D83E23}"/>
              </a:ext>
            </a:extLst>
          </p:cNvPr>
          <p:cNvSpPr txBox="1"/>
          <p:nvPr/>
        </p:nvSpPr>
        <p:spPr>
          <a:xfrm>
            <a:off x="9729397" y="3818106"/>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grpSp>
        <p:nvGrpSpPr>
          <p:cNvPr id="66" name="Group 65">
            <a:extLst>
              <a:ext uri="{FF2B5EF4-FFF2-40B4-BE49-F238E27FC236}">
                <a16:creationId xmlns:a16="http://schemas.microsoft.com/office/drawing/2014/main" id="{72E0C467-A437-8EA3-D2FE-6599FD11D5AD}"/>
              </a:ext>
            </a:extLst>
          </p:cNvPr>
          <p:cNvGrpSpPr/>
          <p:nvPr/>
        </p:nvGrpSpPr>
        <p:grpSpPr>
          <a:xfrm>
            <a:off x="4385131" y="3522876"/>
            <a:ext cx="3316153" cy="1323439"/>
            <a:chOff x="6242560" y="606325"/>
            <a:chExt cx="3316153" cy="1323439"/>
          </a:xfrm>
        </p:grpSpPr>
        <p:sp>
          <p:nvSpPr>
            <p:cNvPr id="71" name="Rectangle 70">
              <a:extLst>
                <a:ext uri="{FF2B5EF4-FFF2-40B4-BE49-F238E27FC236}">
                  <a16:creationId xmlns:a16="http://schemas.microsoft.com/office/drawing/2014/main" id="{F6C22F23-1AEC-A887-1317-346D869B2E05}"/>
                </a:ext>
              </a:extLst>
            </p:cNvPr>
            <p:cNvSpPr/>
            <p:nvPr/>
          </p:nvSpPr>
          <p:spPr>
            <a:xfrm>
              <a:off x="6242560" y="685800"/>
              <a:ext cx="3275745" cy="919444"/>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4042B095-C635-E43A-0D8B-00B44BEDE05F}"/>
                </a:ext>
              </a:extLst>
            </p:cNvPr>
            <p:cNvSpPr txBox="1"/>
            <p:nvPr/>
          </p:nvSpPr>
          <p:spPr>
            <a:xfrm>
              <a:off x="6261948" y="606325"/>
              <a:ext cx="3296765" cy="1323439"/>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a:p>
              <a:pPr>
                <a:lnSpc>
                  <a:spcPct val="150000"/>
                </a:lnSpc>
              </a:pPr>
              <a:r>
                <a:rPr lang="en-IN" sz="2000" dirty="0"/>
                <a:t>     1 +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H</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a:p>
              <a:endParaRPr lang="en-IN" sz="2000" dirty="0"/>
            </a:p>
          </p:txBody>
        </p:sp>
      </p:grpSp>
      <p:cxnSp>
        <p:nvCxnSpPr>
          <p:cNvPr id="67" name="Straight Connector 66">
            <a:extLst>
              <a:ext uri="{FF2B5EF4-FFF2-40B4-BE49-F238E27FC236}">
                <a16:creationId xmlns:a16="http://schemas.microsoft.com/office/drawing/2014/main" id="{44FAAF59-13BB-4B69-A5BB-E3E17A4950F3}"/>
              </a:ext>
            </a:extLst>
          </p:cNvPr>
          <p:cNvCxnSpPr>
            <a:cxnSpLocks/>
          </p:cNvCxnSpPr>
          <p:nvPr/>
        </p:nvCxnSpPr>
        <p:spPr>
          <a:xfrm>
            <a:off x="4556919" y="4089423"/>
            <a:ext cx="2895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550EA546-4028-CEDB-DD7C-360EA22C0343}"/>
              </a:ext>
            </a:extLst>
          </p:cNvPr>
          <p:cNvSpPr txBox="1"/>
          <p:nvPr/>
        </p:nvSpPr>
        <p:spPr>
          <a:xfrm>
            <a:off x="261931" y="2893565"/>
            <a:ext cx="1698642"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Closed Loop</a:t>
            </a:r>
            <a:endParaRPr lang="en-IN" sz="2000" dirty="0">
              <a:latin typeface="Times New Roman" panose="02020603050405020304" pitchFamily="18" charset="0"/>
              <a:cs typeface="Times New Roman" panose="02020603050405020304" pitchFamily="18" charset="0"/>
            </a:endParaRPr>
          </a:p>
        </p:txBody>
      </p:sp>
      <p:cxnSp>
        <p:nvCxnSpPr>
          <p:cNvPr id="80" name="Connector: Elbow 79">
            <a:extLst>
              <a:ext uri="{FF2B5EF4-FFF2-40B4-BE49-F238E27FC236}">
                <a16:creationId xmlns:a16="http://schemas.microsoft.com/office/drawing/2014/main" id="{5B6A8409-2509-552A-3EFE-A5597E7ADBB1}"/>
              </a:ext>
            </a:extLst>
          </p:cNvPr>
          <p:cNvCxnSpPr>
            <a:cxnSpLocks/>
          </p:cNvCxnSpPr>
          <p:nvPr/>
        </p:nvCxnSpPr>
        <p:spPr>
          <a:xfrm>
            <a:off x="724910" y="3330418"/>
            <a:ext cx="793837" cy="170401"/>
          </a:xfrm>
          <a:prstGeom prst="bentConnector3">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D9476E34-3348-042C-362C-12E536E071F4}"/>
              </a:ext>
            </a:extLst>
          </p:cNvPr>
          <p:cNvSpPr/>
          <p:nvPr/>
        </p:nvSpPr>
        <p:spPr>
          <a:xfrm>
            <a:off x="1529350" y="3415619"/>
            <a:ext cx="7675769" cy="2480064"/>
          </a:xfrm>
          <a:prstGeom prst="rect">
            <a:avLst/>
          </a:prstGeom>
          <a:noFill/>
          <a:ln w="190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13690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07C27-6F2F-5DE3-55BA-580C34BC2C9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485E13-8180-B1A1-1B7E-A4B968B0E46A}"/>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CE5C5206-AD74-E6CE-32E3-547FEC0878D5}"/>
              </a:ext>
            </a:extLst>
          </p:cNvPr>
          <p:cNvSpPr>
            <a:spLocks noGrp="1"/>
          </p:cNvSpPr>
          <p:nvPr>
            <p:ph type="sldNum" sz="quarter" idx="12"/>
          </p:nvPr>
        </p:nvSpPr>
        <p:spPr/>
        <p:txBody>
          <a:bodyPr/>
          <a:lstStyle/>
          <a:p>
            <a:fld id="{DFFB4172-2071-4B6D-9A3C-0848A49D4CBF}" type="slidenum">
              <a:rPr lang="en-US" smtClean="0"/>
              <a:pPr/>
              <a:t>32</a:t>
            </a:fld>
            <a:endParaRPr lang="en-US"/>
          </a:p>
        </p:txBody>
      </p:sp>
      <p:grpSp>
        <p:nvGrpSpPr>
          <p:cNvPr id="73" name="Group 72">
            <a:extLst>
              <a:ext uri="{FF2B5EF4-FFF2-40B4-BE49-F238E27FC236}">
                <a16:creationId xmlns:a16="http://schemas.microsoft.com/office/drawing/2014/main" id="{E007E2A0-7899-4939-496B-113F522AD3D6}"/>
              </a:ext>
            </a:extLst>
          </p:cNvPr>
          <p:cNvGrpSpPr/>
          <p:nvPr/>
        </p:nvGrpSpPr>
        <p:grpSpPr>
          <a:xfrm>
            <a:off x="2194719" y="1660263"/>
            <a:ext cx="8499240" cy="1323439"/>
            <a:chOff x="2359315" y="3957288"/>
            <a:chExt cx="8499240" cy="1323439"/>
          </a:xfrm>
        </p:grpSpPr>
        <p:cxnSp>
          <p:nvCxnSpPr>
            <p:cNvPr id="27" name="Straight Arrow Connector 26">
              <a:extLst>
                <a:ext uri="{FF2B5EF4-FFF2-40B4-BE49-F238E27FC236}">
                  <a16:creationId xmlns:a16="http://schemas.microsoft.com/office/drawing/2014/main" id="{96057B5E-02C0-632F-5832-4E1E939CE13E}"/>
                </a:ext>
              </a:extLst>
            </p:cNvPr>
            <p:cNvCxnSpPr>
              <a:cxnSpLocks/>
            </p:cNvCxnSpPr>
            <p:nvPr/>
          </p:nvCxnSpPr>
          <p:spPr>
            <a:xfrm>
              <a:off x="3109693" y="4497899"/>
              <a:ext cx="105245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4F8A3AE-54C2-9705-D8C9-7092CB0285B9}"/>
                </a:ext>
              </a:extLst>
            </p:cNvPr>
            <p:cNvCxnSpPr>
              <a:cxnSpLocks/>
            </p:cNvCxnSpPr>
            <p:nvPr/>
          </p:nvCxnSpPr>
          <p:spPr>
            <a:xfrm>
              <a:off x="8993126" y="4487427"/>
              <a:ext cx="113083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5B3D31A2-8EFC-1862-40DF-D94596A7CC70}"/>
                </a:ext>
              </a:extLst>
            </p:cNvPr>
            <p:cNvSpPr txBox="1"/>
            <p:nvPr/>
          </p:nvSpPr>
          <p:spPr>
            <a:xfrm>
              <a:off x="2359315" y="4247554"/>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A5C140F0-22B9-1056-7F75-D883195898E5}"/>
                </a:ext>
              </a:extLst>
            </p:cNvPr>
            <p:cNvSpPr txBox="1"/>
            <p:nvPr/>
          </p:nvSpPr>
          <p:spPr>
            <a:xfrm>
              <a:off x="10105175" y="4252518"/>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grpSp>
          <p:nvGrpSpPr>
            <p:cNvPr id="48" name="Group 47">
              <a:extLst>
                <a:ext uri="{FF2B5EF4-FFF2-40B4-BE49-F238E27FC236}">
                  <a16:creationId xmlns:a16="http://schemas.microsoft.com/office/drawing/2014/main" id="{63E766C5-AB93-2754-40E8-DAAD525614A7}"/>
                </a:ext>
              </a:extLst>
            </p:cNvPr>
            <p:cNvGrpSpPr/>
            <p:nvPr/>
          </p:nvGrpSpPr>
          <p:grpSpPr>
            <a:xfrm>
              <a:off x="4162149" y="3957288"/>
              <a:ext cx="4890570" cy="1323439"/>
              <a:chOff x="6242560" y="606325"/>
              <a:chExt cx="3316153" cy="1323439"/>
            </a:xfrm>
          </p:grpSpPr>
          <p:sp>
            <p:nvSpPr>
              <p:cNvPr id="54" name="Rectangle 53">
                <a:extLst>
                  <a:ext uri="{FF2B5EF4-FFF2-40B4-BE49-F238E27FC236}">
                    <a16:creationId xmlns:a16="http://schemas.microsoft.com/office/drawing/2014/main" id="{A9DD308A-E48C-3F0E-A577-7362DC9E774F}"/>
                  </a:ext>
                </a:extLst>
              </p:cNvPr>
              <p:cNvSpPr/>
              <p:nvPr/>
            </p:nvSpPr>
            <p:spPr>
              <a:xfrm>
                <a:off x="6242560" y="685800"/>
                <a:ext cx="3275745" cy="919444"/>
              </a:xfrm>
              <a:prstGeom prst="rect">
                <a:avLst/>
              </a:prstGeom>
              <a:solidFill>
                <a:srgbClr val="DAC2EC"/>
              </a:solidFill>
              <a:ln>
                <a:solidFill>
                  <a:schemeClr val="tx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TextBox 59">
                <a:extLst>
                  <a:ext uri="{FF2B5EF4-FFF2-40B4-BE49-F238E27FC236}">
                    <a16:creationId xmlns:a16="http://schemas.microsoft.com/office/drawing/2014/main" id="{73F6169F-6BD0-2086-154C-0BEDA3048032}"/>
                  </a:ext>
                </a:extLst>
              </p:cNvPr>
              <p:cNvSpPr txBox="1"/>
              <p:nvPr/>
            </p:nvSpPr>
            <p:spPr>
              <a:xfrm>
                <a:off x="6261948" y="606325"/>
                <a:ext cx="3296765" cy="1323439"/>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a:p>
                <a:pPr>
                  <a:lnSpc>
                    <a:spcPct val="150000"/>
                  </a:lnSpc>
                </a:pPr>
                <a:r>
                  <a:rPr lang="en-IN" sz="2000" dirty="0"/>
                  <a:t>     1 +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H1 + G1 G2 G3</a:t>
                </a:r>
                <a:endParaRPr lang="en-IN" sz="2000" dirty="0">
                  <a:latin typeface="Times New Roman" panose="02020603050405020304" pitchFamily="18" charset="0"/>
                  <a:cs typeface="Times New Roman" panose="02020603050405020304" pitchFamily="18" charset="0"/>
                </a:endParaRPr>
              </a:p>
              <a:p>
                <a:endParaRPr lang="en-IN" sz="2000" dirty="0"/>
              </a:p>
            </p:txBody>
          </p:sp>
        </p:grpSp>
        <p:cxnSp>
          <p:nvCxnSpPr>
            <p:cNvPr id="50" name="Straight Connector 49">
              <a:extLst>
                <a:ext uri="{FF2B5EF4-FFF2-40B4-BE49-F238E27FC236}">
                  <a16:creationId xmlns:a16="http://schemas.microsoft.com/office/drawing/2014/main" id="{D291BCFD-D960-0FD9-9981-0EB4BC56A7F7}"/>
                </a:ext>
              </a:extLst>
            </p:cNvPr>
            <p:cNvCxnSpPr>
              <a:cxnSpLocks/>
            </p:cNvCxnSpPr>
            <p:nvPr/>
          </p:nvCxnSpPr>
          <p:spPr>
            <a:xfrm>
              <a:off x="4404519" y="4523835"/>
              <a:ext cx="43114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FFE17E42-BBFF-D0E5-D106-F832B0F9533E}"/>
              </a:ext>
            </a:extLst>
          </p:cNvPr>
          <p:cNvGrpSpPr/>
          <p:nvPr/>
        </p:nvGrpSpPr>
        <p:grpSpPr>
          <a:xfrm>
            <a:off x="2818101" y="3711575"/>
            <a:ext cx="6525636" cy="1323439"/>
            <a:chOff x="2167384" y="1981200"/>
            <a:chExt cx="6525636" cy="1323439"/>
          </a:xfrm>
        </p:grpSpPr>
        <p:sp>
          <p:nvSpPr>
            <p:cNvPr id="75" name="TextBox 74">
              <a:extLst>
                <a:ext uri="{FF2B5EF4-FFF2-40B4-BE49-F238E27FC236}">
                  <a16:creationId xmlns:a16="http://schemas.microsoft.com/office/drawing/2014/main" id="{8AE06043-E609-0D02-DE5B-DD93D665EB00}"/>
                </a:ext>
              </a:extLst>
            </p:cNvPr>
            <p:cNvSpPr txBox="1"/>
            <p:nvPr/>
          </p:nvSpPr>
          <p:spPr>
            <a:xfrm>
              <a:off x="2282994" y="2043365"/>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C(s)</a:t>
              </a:r>
              <a:endParaRPr lang="en-IN" sz="2400" dirty="0">
                <a:latin typeface="Times New Roman" panose="02020603050405020304" pitchFamily="18" charset="0"/>
                <a:cs typeface="Times New Roman" panose="02020603050405020304" pitchFamily="18" charset="0"/>
              </a:endParaRPr>
            </a:p>
          </p:txBody>
        </p:sp>
        <p:sp>
          <p:nvSpPr>
            <p:cNvPr id="76" name="TextBox 75">
              <a:extLst>
                <a:ext uri="{FF2B5EF4-FFF2-40B4-BE49-F238E27FC236}">
                  <a16:creationId xmlns:a16="http://schemas.microsoft.com/office/drawing/2014/main" id="{4EDF2D8D-0593-E543-BC94-72B710573502}"/>
                </a:ext>
              </a:extLst>
            </p:cNvPr>
            <p:cNvSpPr txBox="1"/>
            <p:nvPr/>
          </p:nvSpPr>
          <p:spPr>
            <a:xfrm>
              <a:off x="2267949" y="2502402"/>
              <a:ext cx="7533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R(s)</a:t>
              </a:r>
              <a:endParaRPr lang="en-IN" sz="2400" dirty="0">
                <a:latin typeface="Times New Roman" panose="02020603050405020304" pitchFamily="18" charset="0"/>
                <a:cs typeface="Times New Roman" panose="02020603050405020304" pitchFamily="18" charset="0"/>
              </a:endParaRPr>
            </a:p>
          </p:txBody>
        </p:sp>
        <p:grpSp>
          <p:nvGrpSpPr>
            <p:cNvPr id="77" name="Group 76">
              <a:extLst>
                <a:ext uri="{FF2B5EF4-FFF2-40B4-BE49-F238E27FC236}">
                  <a16:creationId xmlns:a16="http://schemas.microsoft.com/office/drawing/2014/main" id="{6355562B-971A-51E7-9596-C3312ACB7C7C}"/>
                </a:ext>
              </a:extLst>
            </p:cNvPr>
            <p:cNvGrpSpPr/>
            <p:nvPr/>
          </p:nvGrpSpPr>
          <p:grpSpPr>
            <a:xfrm>
              <a:off x="3831043" y="1981200"/>
              <a:ext cx="4861977" cy="1323439"/>
              <a:chOff x="3880967" y="609600"/>
              <a:chExt cx="4861977" cy="1323439"/>
            </a:xfrm>
          </p:grpSpPr>
          <p:sp>
            <p:nvSpPr>
              <p:cNvPr id="83" name="TextBox 82">
                <a:extLst>
                  <a:ext uri="{FF2B5EF4-FFF2-40B4-BE49-F238E27FC236}">
                    <a16:creationId xmlns:a16="http://schemas.microsoft.com/office/drawing/2014/main" id="{77CCD673-2D0B-BD9E-B30A-A15FB7C33863}"/>
                  </a:ext>
                </a:extLst>
              </p:cNvPr>
              <p:cNvSpPr txBox="1"/>
              <p:nvPr/>
            </p:nvSpPr>
            <p:spPr>
              <a:xfrm>
                <a:off x="3880967" y="609600"/>
                <a:ext cx="4861977" cy="1323439"/>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a:p>
                <a:pPr>
                  <a:lnSpc>
                    <a:spcPct val="150000"/>
                  </a:lnSpc>
                </a:pPr>
                <a:r>
                  <a:rPr lang="en-IN" sz="2000" dirty="0"/>
                  <a:t>     1 +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H</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a:p>
                <a:endParaRPr lang="en-IN" sz="2000" dirty="0"/>
              </a:p>
            </p:txBody>
          </p:sp>
          <p:cxnSp>
            <p:nvCxnSpPr>
              <p:cNvPr id="84" name="Straight Connector 83">
                <a:extLst>
                  <a:ext uri="{FF2B5EF4-FFF2-40B4-BE49-F238E27FC236}">
                    <a16:creationId xmlns:a16="http://schemas.microsoft.com/office/drawing/2014/main" id="{31D7EDD1-8B34-63DA-F569-C8D88B07FDFE}"/>
                  </a:ext>
                </a:extLst>
              </p:cNvPr>
              <p:cNvCxnSpPr>
                <a:cxnSpLocks/>
              </p:cNvCxnSpPr>
              <p:nvPr/>
            </p:nvCxnSpPr>
            <p:spPr>
              <a:xfrm>
                <a:off x="3925186" y="1143000"/>
                <a:ext cx="43114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8" name="Straight Connector 77">
              <a:extLst>
                <a:ext uri="{FF2B5EF4-FFF2-40B4-BE49-F238E27FC236}">
                  <a16:creationId xmlns:a16="http://schemas.microsoft.com/office/drawing/2014/main" id="{4FF9F8F5-6820-0D13-23C1-975278D1CC94}"/>
                </a:ext>
              </a:extLst>
            </p:cNvPr>
            <p:cNvCxnSpPr/>
            <p:nvPr/>
          </p:nvCxnSpPr>
          <p:spPr>
            <a:xfrm>
              <a:off x="2167384" y="2514600"/>
              <a:ext cx="9785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2A774626-9B47-AF3B-6FAA-6322AC8AC1A0}"/>
                </a:ext>
              </a:extLst>
            </p:cNvPr>
            <p:cNvSpPr txBox="1"/>
            <p:nvPr/>
          </p:nvSpPr>
          <p:spPr>
            <a:xfrm>
              <a:off x="3304104" y="2271569"/>
              <a:ext cx="493324" cy="461665"/>
            </a:xfrm>
            <a:prstGeom prst="rect">
              <a:avLst/>
            </a:prstGeom>
            <a:noFill/>
          </p:spPr>
          <p:txBody>
            <a:bodyPr wrap="square" rtlCol="0">
              <a:spAutoFit/>
            </a:bodyPr>
            <a:lstStyle/>
            <a:p>
              <a:r>
                <a:rPr lang="en-US" sz="2400" dirty="0"/>
                <a:t>=</a:t>
              </a:r>
              <a:endParaRPr lang="en-IN" sz="2400" dirty="0"/>
            </a:p>
          </p:txBody>
        </p:sp>
      </p:grpSp>
    </p:spTree>
    <p:extLst>
      <p:ext uri="{BB962C8B-B14F-4D97-AF65-F5344CB8AC3E}">
        <p14:creationId xmlns:p14="http://schemas.microsoft.com/office/powerpoint/2010/main" val="1441238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6394A-AF0F-A476-73AE-2CE315649A7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F4BE2EF-2742-B28B-BAB5-24C9B0F93A90}"/>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78261DEE-7EA2-BAEE-5942-492CE3004604}"/>
              </a:ext>
            </a:extLst>
          </p:cNvPr>
          <p:cNvSpPr>
            <a:spLocks noGrp="1"/>
          </p:cNvSpPr>
          <p:nvPr>
            <p:ph type="sldNum" sz="quarter" idx="12"/>
          </p:nvPr>
        </p:nvSpPr>
        <p:spPr/>
        <p:txBody>
          <a:bodyPr/>
          <a:lstStyle/>
          <a:p>
            <a:fld id="{DFFB4172-2071-4B6D-9A3C-0848A49D4CBF}" type="slidenum">
              <a:rPr lang="en-US" smtClean="0"/>
              <a:pPr/>
              <a:t>33</a:t>
            </a:fld>
            <a:endParaRPr lang="en-US"/>
          </a:p>
        </p:txBody>
      </p:sp>
      <p:sp>
        <p:nvSpPr>
          <p:cNvPr id="7" name="TextBox 6">
            <a:extLst>
              <a:ext uri="{FF2B5EF4-FFF2-40B4-BE49-F238E27FC236}">
                <a16:creationId xmlns:a16="http://schemas.microsoft.com/office/drawing/2014/main" id="{0AC67DCF-9C7C-4858-74FB-E4304851D14F}"/>
              </a:ext>
            </a:extLst>
          </p:cNvPr>
          <p:cNvSpPr txBox="1"/>
          <p:nvPr/>
        </p:nvSpPr>
        <p:spPr>
          <a:xfrm>
            <a:off x="430415" y="482191"/>
            <a:ext cx="11353800" cy="1133965"/>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5. Determine the value of ‘X’ for the system shown in fig. if the transfer function of the system is</a:t>
            </a:r>
            <a:endParaRPr lang="en-IN" sz="2400" dirty="0">
              <a:latin typeface="Times New Roman" panose="02020603050405020304" pitchFamily="18" charset="0"/>
              <a:cs typeface="Times New Roman" panose="02020603050405020304" pitchFamily="18" charset="0"/>
            </a:endParaRPr>
          </a:p>
        </p:txBody>
      </p:sp>
      <p:grpSp>
        <p:nvGrpSpPr>
          <p:cNvPr id="74" name="Group 73">
            <a:extLst>
              <a:ext uri="{FF2B5EF4-FFF2-40B4-BE49-F238E27FC236}">
                <a16:creationId xmlns:a16="http://schemas.microsoft.com/office/drawing/2014/main" id="{2539698E-36AF-0DAB-C90A-02D53EF25F62}"/>
              </a:ext>
            </a:extLst>
          </p:cNvPr>
          <p:cNvGrpSpPr/>
          <p:nvPr/>
        </p:nvGrpSpPr>
        <p:grpSpPr>
          <a:xfrm>
            <a:off x="486125" y="2545371"/>
            <a:ext cx="10969559" cy="3121935"/>
            <a:chOff x="663490" y="914400"/>
            <a:chExt cx="10969559" cy="3121935"/>
          </a:xfrm>
        </p:grpSpPr>
        <p:sp>
          <p:nvSpPr>
            <p:cNvPr id="8" name="Flowchart: Summing Junction 7">
              <a:extLst>
                <a:ext uri="{FF2B5EF4-FFF2-40B4-BE49-F238E27FC236}">
                  <a16:creationId xmlns:a16="http://schemas.microsoft.com/office/drawing/2014/main" id="{9C744DFB-970E-5F59-6D64-885E9CA2075E}"/>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 name="Straight Arrow Connector 9">
              <a:extLst>
                <a:ext uri="{FF2B5EF4-FFF2-40B4-BE49-F238E27FC236}">
                  <a16:creationId xmlns:a16="http://schemas.microsoft.com/office/drawing/2014/main" id="{4719EF57-A25B-360D-5815-365061093A39}"/>
                </a:ext>
              </a:extLst>
            </p:cNvPr>
            <p:cNvCxnSpPr>
              <a:cxnSpLocks/>
              <a:stCxn id="8" idx="6"/>
            </p:cNvCxnSpPr>
            <p:nvPr/>
          </p:nvCxnSpPr>
          <p:spPr>
            <a:xfrm flipV="1">
              <a:off x="2199183" y="207316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44C412B-D538-9FF9-B96C-FE858BFA960D}"/>
                </a:ext>
              </a:extLst>
            </p:cNvPr>
            <p:cNvSpPr/>
            <p:nvPr/>
          </p:nvSpPr>
          <p:spPr>
            <a:xfrm>
              <a:off x="2665313" y="177513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09C3FC05-90B7-7E20-6DD5-90DD269C70A5}"/>
                </a:ext>
              </a:extLst>
            </p:cNvPr>
            <p:cNvCxnSpPr>
              <a:cxnSpLocks/>
            </p:cNvCxnSpPr>
            <p:nvPr/>
          </p:nvCxnSpPr>
          <p:spPr>
            <a:xfrm flipV="1">
              <a:off x="3584178" y="2073164"/>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Summing Junction 13">
              <a:extLst>
                <a:ext uri="{FF2B5EF4-FFF2-40B4-BE49-F238E27FC236}">
                  <a16:creationId xmlns:a16="http://schemas.microsoft.com/office/drawing/2014/main" id="{349C808C-90BA-71FC-335F-AC03A69D25B2}"/>
                </a:ext>
              </a:extLst>
            </p:cNvPr>
            <p:cNvSpPr/>
            <p:nvPr/>
          </p:nvSpPr>
          <p:spPr>
            <a:xfrm>
              <a:off x="4045843" y="1842315"/>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DD794880-A6D7-9429-AAE1-9792DCB82AA9}"/>
                </a:ext>
              </a:extLst>
            </p:cNvPr>
            <p:cNvCxnSpPr>
              <a:cxnSpLocks/>
            </p:cNvCxnSpPr>
            <p:nvPr/>
          </p:nvCxnSpPr>
          <p:spPr>
            <a:xfrm flipV="1">
              <a:off x="4507508" y="207577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098AD13-A660-A9AF-25EC-41BF96DE3C81}"/>
                </a:ext>
              </a:extLst>
            </p:cNvPr>
            <p:cNvSpPr/>
            <p:nvPr/>
          </p:nvSpPr>
          <p:spPr>
            <a:xfrm>
              <a:off x="4980368" y="1775121"/>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0DF8BE03-E08A-DD51-F9E8-2F45CD463FB7}"/>
                </a:ext>
              </a:extLst>
            </p:cNvPr>
            <p:cNvCxnSpPr>
              <a:cxnSpLocks/>
            </p:cNvCxnSpPr>
            <p:nvPr/>
          </p:nvCxnSpPr>
          <p:spPr>
            <a:xfrm flipV="1">
              <a:off x="5905963" y="2073128"/>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Summing Junction 17">
              <a:extLst>
                <a:ext uri="{FF2B5EF4-FFF2-40B4-BE49-F238E27FC236}">
                  <a16:creationId xmlns:a16="http://schemas.microsoft.com/office/drawing/2014/main" id="{7F8B5D1B-55A1-8062-0AF4-A3624411A5E5}"/>
                </a:ext>
              </a:extLst>
            </p:cNvPr>
            <p:cNvSpPr/>
            <p:nvPr/>
          </p:nvSpPr>
          <p:spPr>
            <a:xfrm>
              <a:off x="6367628" y="1842279"/>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4B8F7C2F-EB4E-4380-2E71-59364FE23566}"/>
                </a:ext>
              </a:extLst>
            </p:cNvPr>
            <p:cNvSpPr/>
            <p:nvPr/>
          </p:nvSpPr>
          <p:spPr>
            <a:xfrm>
              <a:off x="7284444" y="1775121"/>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CAAE173D-41F8-18CA-CD7B-00ED837D032A}"/>
                </a:ext>
              </a:extLst>
            </p:cNvPr>
            <p:cNvCxnSpPr>
              <a:cxnSpLocks/>
            </p:cNvCxnSpPr>
            <p:nvPr/>
          </p:nvCxnSpPr>
          <p:spPr>
            <a:xfrm flipV="1">
              <a:off x="6840488" y="2073111"/>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7BCAED5-6C9D-A312-B328-9955267326F7}"/>
                </a:ext>
              </a:extLst>
            </p:cNvPr>
            <p:cNvCxnSpPr>
              <a:stCxn id="19" idx="3"/>
            </p:cNvCxnSpPr>
            <p:nvPr/>
          </p:nvCxnSpPr>
          <p:spPr>
            <a:xfrm flipV="1">
              <a:off x="8198844" y="2073111"/>
              <a:ext cx="1158675" cy="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3FD04A0-F196-8918-8C45-7450B2E9AE10}"/>
                </a:ext>
              </a:extLst>
            </p:cNvPr>
            <p:cNvSpPr/>
            <p:nvPr/>
          </p:nvSpPr>
          <p:spPr>
            <a:xfrm>
              <a:off x="9357519" y="177774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CE8DFEE5-0097-7837-B8A6-7F3DDD095EC8}"/>
                </a:ext>
              </a:extLst>
            </p:cNvPr>
            <p:cNvCxnSpPr>
              <a:cxnSpLocks/>
            </p:cNvCxnSpPr>
            <p:nvPr/>
          </p:nvCxnSpPr>
          <p:spPr>
            <a:xfrm>
              <a:off x="10261197"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AEE863F-8702-369E-2D57-A7E1C6B84C47}"/>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11EFC4A-790E-C7C3-4EBC-E7BF7FF07E1E}"/>
                </a:ext>
              </a:extLst>
            </p:cNvPr>
            <p:cNvSpPr/>
            <p:nvPr/>
          </p:nvSpPr>
          <p:spPr>
            <a:xfrm>
              <a:off x="5928519" y="914400"/>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Connector 28">
              <a:extLst>
                <a:ext uri="{FF2B5EF4-FFF2-40B4-BE49-F238E27FC236}">
                  <a16:creationId xmlns:a16="http://schemas.microsoft.com/office/drawing/2014/main" id="{57E23D1D-6A53-6B08-8525-7DCBB73F501B}"/>
                </a:ext>
              </a:extLst>
            </p:cNvPr>
            <p:cNvCxnSpPr>
              <a:cxnSpLocks/>
              <a:stCxn id="27" idx="3"/>
            </p:cNvCxnSpPr>
            <p:nvPr/>
          </p:nvCxnSpPr>
          <p:spPr>
            <a:xfrm flipV="1">
              <a:off x="6842919" y="1212425"/>
              <a:ext cx="1998322"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A3CB6F2-88FE-5809-0677-249B61D345DF}"/>
                </a:ext>
              </a:extLst>
            </p:cNvPr>
            <p:cNvCxnSpPr>
              <a:cxnSpLocks/>
            </p:cNvCxnSpPr>
            <p:nvPr/>
          </p:nvCxnSpPr>
          <p:spPr>
            <a:xfrm>
              <a:off x="8841241" y="1212425"/>
              <a:ext cx="0" cy="860686"/>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704F064-DF59-575D-C1E7-D4526E37E66E}"/>
                </a:ext>
              </a:extLst>
            </p:cNvPr>
            <p:cNvCxnSpPr>
              <a:cxnSpLocks/>
            </p:cNvCxnSpPr>
            <p:nvPr/>
          </p:nvCxnSpPr>
          <p:spPr>
            <a:xfrm>
              <a:off x="4276675" y="1199095"/>
              <a:ext cx="0" cy="641267"/>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1E995A6-97E7-4529-4807-28F1F6A58A71}"/>
                </a:ext>
              </a:extLst>
            </p:cNvPr>
            <p:cNvCxnSpPr>
              <a:cxnSpLocks/>
            </p:cNvCxnSpPr>
            <p:nvPr/>
          </p:nvCxnSpPr>
          <p:spPr>
            <a:xfrm>
              <a:off x="4276675" y="1199095"/>
              <a:ext cx="16518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74D17ABF-1CE6-FF8F-91A0-C7B03FA1EED2}"/>
                </a:ext>
              </a:extLst>
            </p:cNvPr>
            <p:cNvSpPr/>
            <p:nvPr/>
          </p:nvSpPr>
          <p:spPr>
            <a:xfrm>
              <a:off x="8138319" y="2757976"/>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 name="Straight Connector 38">
              <a:extLst>
                <a:ext uri="{FF2B5EF4-FFF2-40B4-BE49-F238E27FC236}">
                  <a16:creationId xmlns:a16="http://schemas.microsoft.com/office/drawing/2014/main" id="{D6137BED-CD07-F2FF-8CA4-2A41F13C789D}"/>
                </a:ext>
              </a:extLst>
            </p:cNvPr>
            <p:cNvCxnSpPr>
              <a:cxnSpLocks/>
            </p:cNvCxnSpPr>
            <p:nvPr/>
          </p:nvCxnSpPr>
          <p:spPr>
            <a:xfrm flipV="1">
              <a:off x="10652919" y="2073111"/>
              <a:ext cx="0" cy="1665197"/>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2BF9725-DE97-1E18-85DE-3C3C32CFC092}"/>
                </a:ext>
              </a:extLst>
            </p:cNvPr>
            <p:cNvCxnSpPr>
              <a:cxnSpLocks/>
              <a:stCxn id="38" idx="3"/>
            </p:cNvCxnSpPr>
            <p:nvPr/>
          </p:nvCxnSpPr>
          <p:spPr>
            <a:xfrm>
              <a:off x="9052719" y="3056002"/>
              <a:ext cx="1600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A9F4402-EE41-3EC1-70E0-0AF74EB6DD0A}"/>
                </a:ext>
              </a:extLst>
            </p:cNvPr>
            <p:cNvCxnSpPr>
              <a:endCxn id="18" idx="4"/>
            </p:cNvCxnSpPr>
            <p:nvPr/>
          </p:nvCxnSpPr>
          <p:spPr>
            <a:xfrm flipV="1">
              <a:off x="6598460" y="2303944"/>
              <a:ext cx="1" cy="7520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D3EE33-DF7D-7DAB-CB38-0FDAF078B86E}"/>
                </a:ext>
              </a:extLst>
            </p:cNvPr>
            <p:cNvCxnSpPr>
              <a:cxnSpLocks/>
              <a:endCxn id="38" idx="1"/>
            </p:cNvCxnSpPr>
            <p:nvPr/>
          </p:nvCxnSpPr>
          <p:spPr>
            <a:xfrm>
              <a:off x="6598460" y="3056001"/>
              <a:ext cx="153985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738B99CF-B6AD-47B2-47A0-5EE682811BD4}"/>
                </a:ext>
              </a:extLst>
            </p:cNvPr>
            <p:cNvSpPr/>
            <p:nvPr/>
          </p:nvSpPr>
          <p:spPr>
            <a:xfrm>
              <a:off x="5166519" y="3440284"/>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2" name="Straight Connector 51">
              <a:extLst>
                <a:ext uri="{FF2B5EF4-FFF2-40B4-BE49-F238E27FC236}">
                  <a16:creationId xmlns:a16="http://schemas.microsoft.com/office/drawing/2014/main" id="{1DCFDF10-3916-3668-1C85-AF235B2D8EDD}"/>
                </a:ext>
              </a:extLst>
            </p:cNvPr>
            <p:cNvCxnSpPr>
              <a:cxnSpLocks/>
              <a:stCxn id="50" idx="3"/>
            </p:cNvCxnSpPr>
            <p:nvPr/>
          </p:nvCxnSpPr>
          <p:spPr>
            <a:xfrm flipV="1">
              <a:off x="6080919" y="3738203"/>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F6A5C61-0EA2-8F94-38E8-BDEB665051F0}"/>
                </a:ext>
              </a:extLst>
            </p:cNvPr>
            <p:cNvCxnSpPr>
              <a:cxnSpLocks/>
            </p:cNvCxnSpPr>
            <p:nvPr/>
          </p:nvCxnSpPr>
          <p:spPr>
            <a:xfrm>
              <a:off x="1968350" y="3738308"/>
              <a:ext cx="31981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CFA8754-AA9C-9CE8-4099-1F62A7B39B5A}"/>
                </a:ext>
              </a:extLst>
            </p:cNvPr>
            <p:cNvCxnSpPr>
              <a:endCxn id="8" idx="4"/>
            </p:cNvCxnSpPr>
            <p:nvPr/>
          </p:nvCxnSpPr>
          <p:spPr>
            <a:xfrm flipV="1">
              <a:off x="1968350" y="2303998"/>
              <a:ext cx="1" cy="14343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9D13D8A9-557B-AFE7-AA1F-17ECC0C47CA8}"/>
                </a:ext>
              </a:extLst>
            </p:cNvPr>
            <p:cNvSpPr txBox="1"/>
            <p:nvPr/>
          </p:nvSpPr>
          <p:spPr>
            <a:xfrm>
              <a:off x="2878994" y="1873056"/>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C7E6D7FF-10D9-6C24-1D5F-5239108292DD}"/>
                </a:ext>
              </a:extLst>
            </p:cNvPr>
            <p:cNvSpPr txBox="1"/>
            <p:nvPr/>
          </p:nvSpPr>
          <p:spPr>
            <a:xfrm>
              <a:off x="5219242" y="1868098"/>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CC214677-DBDB-70D1-7B3D-4A8C0A03DFEE}"/>
                </a:ext>
              </a:extLst>
            </p:cNvPr>
            <p:cNvSpPr txBox="1"/>
            <p:nvPr/>
          </p:nvSpPr>
          <p:spPr>
            <a:xfrm>
              <a:off x="7535659" y="186642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D371B7EB-62B4-AF28-0A58-C1359680C67F}"/>
                </a:ext>
              </a:extLst>
            </p:cNvPr>
            <p:cNvSpPr txBox="1"/>
            <p:nvPr/>
          </p:nvSpPr>
          <p:spPr>
            <a:xfrm>
              <a:off x="9612435" y="1857627"/>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1DE2FE96-940C-C0EF-7011-F4E6B2F08780}"/>
                </a:ext>
              </a:extLst>
            </p:cNvPr>
            <p:cNvSpPr txBox="1"/>
            <p:nvPr/>
          </p:nvSpPr>
          <p:spPr>
            <a:xfrm>
              <a:off x="6173057" y="1007284"/>
              <a:ext cx="42540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X</a:t>
              </a:r>
              <a:endParaRPr lang="en-IN" sz="2000" baseline="-25000" dirty="0">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21798632-2363-B2B4-9C7B-9B9A170ED5B0}"/>
                </a:ext>
              </a:extLst>
            </p:cNvPr>
            <p:cNvSpPr txBox="1"/>
            <p:nvPr/>
          </p:nvSpPr>
          <p:spPr>
            <a:xfrm>
              <a:off x="5393332" y="3538148"/>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DCCB5F7F-6CF8-0350-F12A-265095DF5478}"/>
                </a:ext>
              </a:extLst>
            </p:cNvPr>
            <p:cNvSpPr txBox="1"/>
            <p:nvPr/>
          </p:nvSpPr>
          <p:spPr>
            <a:xfrm>
              <a:off x="8435898" y="2877500"/>
              <a:ext cx="56017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10B3B66B-E4AB-DFCF-A2F3-1D0CCDDF35EF}"/>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BC4F3DE9-975D-03DF-A0A3-6368826005B7}"/>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68" name="TextBox 67">
              <a:extLst>
                <a:ext uri="{FF2B5EF4-FFF2-40B4-BE49-F238E27FC236}">
                  <a16:creationId xmlns:a16="http://schemas.microsoft.com/office/drawing/2014/main" id="{85AFFE16-9C02-05D1-938B-72204C582598}"/>
                </a:ext>
              </a:extLst>
            </p:cNvPr>
            <p:cNvSpPr txBox="1"/>
            <p:nvPr/>
          </p:nvSpPr>
          <p:spPr>
            <a:xfrm>
              <a:off x="3760951" y="1707160"/>
              <a:ext cx="245557" cy="400110"/>
            </a:xfrm>
            <a:prstGeom prst="rect">
              <a:avLst/>
            </a:prstGeom>
            <a:noFill/>
          </p:spPr>
          <p:txBody>
            <a:bodyPr wrap="square" rtlCol="0">
              <a:spAutoFit/>
            </a:bodyPr>
            <a:lstStyle/>
            <a:p>
              <a:r>
                <a:rPr lang="en-US" sz="2000" b="1" dirty="0"/>
                <a:t>+</a:t>
              </a:r>
              <a:endParaRPr lang="en-IN" sz="2000" b="1" dirty="0"/>
            </a:p>
          </p:txBody>
        </p:sp>
        <p:sp>
          <p:nvSpPr>
            <p:cNvPr id="69" name="TextBox 68">
              <a:extLst>
                <a:ext uri="{FF2B5EF4-FFF2-40B4-BE49-F238E27FC236}">
                  <a16:creationId xmlns:a16="http://schemas.microsoft.com/office/drawing/2014/main" id="{BDD35F94-264A-EE9E-0DB9-35C54B7EA844}"/>
                </a:ext>
              </a:extLst>
            </p:cNvPr>
            <p:cNvSpPr txBox="1"/>
            <p:nvPr/>
          </p:nvSpPr>
          <p:spPr>
            <a:xfrm>
              <a:off x="6070210" y="1719525"/>
              <a:ext cx="245557" cy="400110"/>
            </a:xfrm>
            <a:prstGeom prst="rect">
              <a:avLst/>
            </a:prstGeom>
            <a:noFill/>
          </p:spPr>
          <p:txBody>
            <a:bodyPr wrap="square" rtlCol="0">
              <a:spAutoFit/>
            </a:bodyPr>
            <a:lstStyle/>
            <a:p>
              <a:r>
                <a:rPr lang="en-US" sz="2000" b="1" dirty="0"/>
                <a:t>+</a:t>
              </a:r>
              <a:endParaRPr lang="en-IN" sz="2000" b="1" dirty="0"/>
            </a:p>
          </p:txBody>
        </p:sp>
        <p:sp>
          <p:nvSpPr>
            <p:cNvPr id="70" name="TextBox 69">
              <a:extLst>
                <a:ext uri="{FF2B5EF4-FFF2-40B4-BE49-F238E27FC236}">
                  <a16:creationId xmlns:a16="http://schemas.microsoft.com/office/drawing/2014/main" id="{C0F11120-372F-C38B-71BD-DD89023B5638}"/>
                </a:ext>
              </a:extLst>
            </p:cNvPr>
            <p:cNvSpPr txBox="1"/>
            <p:nvPr/>
          </p:nvSpPr>
          <p:spPr>
            <a:xfrm>
              <a:off x="6612781" y="2192651"/>
              <a:ext cx="245557" cy="400110"/>
            </a:xfrm>
            <a:prstGeom prst="rect">
              <a:avLst/>
            </a:prstGeom>
            <a:noFill/>
          </p:spPr>
          <p:txBody>
            <a:bodyPr wrap="square" rtlCol="0">
              <a:spAutoFit/>
            </a:bodyPr>
            <a:lstStyle/>
            <a:p>
              <a:r>
                <a:rPr lang="en-US" sz="2000" b="1" dirty="0"/>
                <a:t>+</a:t>
              </a:r>
              <a:endParaRPr lang="en-IN" sz="2000" b="1" dirty="0"/>
            </a:p>
          </p:txBody>
        </p:sp>
        <p:sp>
          <p:nvSpPr>
            <p:cNvPr id="71" name="TextBox 70">
              <a:extLst>
                <a:ext uri="{FF2B5EF4-FFF2-40B4-BE49-F238E27FC236}">
                  <a16:creationId xmlns:a16="http://schemas.microsoft.com/office/drawing/2014/main" id="{7B0D809F-00E7-DA41-4116-EDBAAEE53DD7}"/>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72" name="TextBox 71">
              <a:extLst>
                <a:ext uri="{FF2B5EF4-FFF2-40B4-BE49-F238E27FC236}">
                  <a16:creationId xmlns:a16="http://schemas.microsoft.com/office/drawing/2014/main" id="{B14E2B7B-6651-3B0B-8536-7D530341841D}"/>
                </a:ext>
              </a:extLst>
            </p:cNvPr>
            <p:cNvSpPr txBox="1"/>
            <p:nvPr/>
          </p:nvSpPr>
          <p:spPr>
            <a:xfrm>
              <a:off x="4293670" y="1493248"/>
              <a:ext cx="245557" cy="400110"/>
            </a:xfrm>
            <a:prstGeom prst="rect">
              <a:avLst/>
            </a:prstGeom>
            <a:noFill/>
          </p:spPr>
          <p:txBody>
            <a:bodyPr wrap="square" rtlCol="0">
              <a:spAutoFit/>
            </a:bodyPr>
            <a:lstStyle/>
            <a:p>
              <a:r>
                <a:rPr lang="en-US" sz="2000" b="1" dirty="0"/>
                <a:t>-</a:t>
              </a:r>
              <a:endParaRPr lang="en-IN" sz="2000" b="1" dirty="0"/>
            </a:p>
          </p:txBody>
        </p:sp>
        <p:sp>
          <p:nvSpPr>
            <p:cNvPr id="73" name="TextBox 72">
              <a:extLst>
                <a:ext uri="{FF2B5EF4-FFF2-40B4-BE49-F238E27FC236}">
                  <a16:creationId xmlns:a16="http://schemas.microsoft.com/office/drawing/2014/main" id="{36DAAA68-D2E8-2977-F470-9C5A19FCF155}"/>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grpSp>
        <p:nvGrpSpPr>
          <p:cNvPr id="141" name="Group 140">
            <a:extLst>
              <a:ext uri="{FF2B5EF4-FFF2-40B4-BE49-F238E27FC236}">
                <a16:creationId xmlns:a16="http://schemas.microsoft.com/office/drawing/2014/main" id="{D189B944-A8C3-8FCC-5CF4-88AF6C59633E}"/>
              </a:ext>
            </a:extLst>
          </p:cNvPr>
          <p:cNvGrpSpPr/>
          <p:nvPr/>
        </p:nvGrpSpPr>
        <p:grpSpPr>
          <a:xfrm>
            <a:off x="3170321" y="1195975"/>
            <a:ext cx="5198877" cy="880785"/>
            <a:chOff x="2145774" y="1290763"/>
            <a:chExt cx="5198877" cy="880785"/>
          </a:xfrm>
        </p:grpSpPr>
        <p:grpSp>
          <p:nvGrpSpPr>
            <p:cNvPr id="123" name="Group 122">
              <a:extLst>
                <a:ext uri="{FF2B5EF4-FFF2-40B4-BE49-F238E27FC236}">
                  <a16:creationId xmlns:a16="http://schemas.microsoft.com/office/drawing/2014/main" id="{0B356B06-51B8-F902-FB2B-9B257090BAF6}"/>
                </a:ext>
              </a:extLst>
            </p:cNvPr>
            <p:cNvGrpSpPr/>
            <p:nvPr/>
          </p:nvGrpSpPr>
          <p:grpSpPr>
            <a:xfrm>
              <a:off x="3270666" y="1290763"/>
              <a:ext cx="4073985" cy="880785"/>
              <a:chOff x="1585119" y="2813565"/>
              <a:chExt cx="4073985" cy="880785"/>
            </a:xfrm>
          </p:grpSpPr>
          <p:grpSp>
            <p:nvGrpSpPr>
              <p:cNvPr id="124" name="Group 123">
                <a:extLst>
                  <a:ext uri="{FF2B5EF4-FFF2-40B4-BE49-F238E27FC236}">
                    <a16:creationId xmlns:a16="http://schemas.microsoft.com/office/drawing/2014/main" id="{4436371E-04FC-AB16-30E4-2A219B68C862}"/>
                  </a:ext>
                </a:extLst>
              </p:cNvPr>
              <p:cNvGrpSpPr/>
              <p:nvPr/>
            </p:nvGrpSpPr>
            <p:grpSpPr>
              <a:xfrm>
                <a:off x="1585119" y="2813565"/>
                <a:ext cx="3888000" cy="605294"/>
                <a:chOff x="8824119" y="3701590"/>
                <a:chExt cx="3888000" cy="605294"/>
              </a:xfrm>
            </p:grpSpPr>
            <p:cxnSp>
              <p:nvCxnSpPr>
                <p:cNvPr id="127" name="Straight Arrow Connector 126">
                  <a:extLst>
                    <a:ext uri="{FF2B5EF4-FFF2-40B4-BE49-F238E27FC236}">
                      <a16:creationId xmlns:a16="http://schemas.microsoft.com/office/drawing/2014/main" id="{95242814-32A6-81FA-EA61-9867A04F23A2}"/>
                    </a:ext>
                  </a:extLst>
                </p:cNvPr>
                <p:cNvCxnSpPr>
                  <a:cxnSpLocks/>
                </p:cNvCxnSpPr>
                <p:nvPr/>
              </p:nvCxnSpPr>
              <p:spPr>
                <a:xfrm>
                  <a:off x="8824119" y="4143578"/>
                  <a:ext cx="388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9E9BA134-CF92-B480-E24C-D329B418E6F3}"/>
                    </a:ext>
                  </a:extLst>
                </p:cNvPr>
                <p:cNvSpPr txBox="1"/>
                <p:nvPr/>
              </p:nvSpPr>
              <p:spPr>
                <a:xfrm>
                  <a:off x="10382540"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129" name="TextBox 128">
                  <a:extLst>
                    <a:ext uri="{FF2B5EF4-FFF2-40B4-BE49-F238E27FC236}">
                      <a16:creationId xmlns:a16="http://schemas.microsoft.com/office/drawing/2014/main" id="{1FC7FE6F-B62E-2C34-0462-19F2E4F321CC}"/>
                    </a:ext>
                  </a:extLst>
                </p:cNvPr>
                <p:cNvSpPr txBox="1"/>
                <p:nvPr/>
              </p:nvSpPr>
              <p:spPr>
                <a:xfrm>
                  <a:off x="9694158" y="3708427"/>
                  <a:ext cx="94961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
            <p:nvSpPr>
              <p:cNvPr id="125" name="TextBox 124">
                <a:extLst>
                  <a:ext uri="{FF2B5EF4-FFF2-40B4-BE49-F238E27FC236}">
                    <a16:creationId xmlns:a16="http://schemas.microsoft.com/office/drawing/2014/main" id="{13BFE83B-3A7C-0546-0C85-07586CEB2CA1}"/>
                  </a:ext>
                </a:extLst>
              </p:cNvPr>
              <p:cNvSpPr txBox="1"/>
              <p:nvPr/>
            </p:nvSpPr>
            <p:spPr>
              <a:xfrm>
                <a:off x="1661320" y="3317888"/>
                <a:ext cx="3198982"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H</a:t>
                </a:r>
                <a:r>
                  <a:rPr lang="en-US" baseline="-25000" dirty="0">
                    <a:solidFill>
                      <a:srgbClr val="C00000"/>
                    </a:solidFill>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G</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2</a:t>
                </a:r>
                <a:endParaRPr lang="en-IN" baseline="-25000" dirty="0"/>
              </a:p>
            </p:txBody>
          </p:sp>
          <p:sp>
            <p:nvSpPr>
              <p:cNvPr id="126" name="TextBox 125">
                <a:extLst>
                  <a:ext uri="{FF2B5EF4-FFF2-40B4-BE49-F238E27FC236}">
                    <a16:creationId xmlns:a16="http://schemas.microsoft.com/office/drawing/2014/main" id="{4E596E05-F796-E865-673F-62FF0A18F231}"/>
                  </a:ext>
                </a:extLst>
              </p:cNvPr>
              <p:cNvSpPr txBox="1"/>
              <p:nvPr/>
            </p:nvSpPr>
            <p:spPr>
              <a:xfrm>
                <a:off x="4373425" y="3294240"/>
                <a:ext cx="1285679" cy="400110"/>
              </a:xfrm>
              <a:prstGeom prst="rect">
                <a:avLst/>
              </a:prstGeom>
              <a:noFill/>
            </p:spPr>
            <p:txBody>
              <a:bodyPr wrap="square" rtlCol="0">
                <a:spAutoFit/>
              </a:bodyPr>
              <a:lstStyle/>
              <a:p>
                <a:r>
                  <a:rPr lang="en-US" sz="2000"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 </a:t>
                </a:r>
                <a:endParaRPr lang="en-IN" sz="2000" baseline="-25000" dirty="0">
                  <a:latin typeface="Times New Roman" panose="02020603050405020304" pitchFamily="18" charset="0"/>
                  <a:cs typeface="Times New Roman" panose="02020603050405020304" pitchFamily="18" charset="0"/>
                </a:endParaRPr>
              </a:p>
            </p:txBody>
          </p:sp>
        </p:grpSp>
        <p:sp>
          <p:nvSpPr>
            <p:cNvPr id="136" name="TextBox 135">
              <a:extLst>
                <a:ext uri="{FF2B5EF4-FFF2-40B4-BE49-F238E27FC236}">
                  <a16:creationId xmlns:a16="http://schemas.microsoft.com/office/drawing/2014/main" id="{5C269716-EFA5-E051-B328-88A5440E497D}"/>
                </a:ext>
              </a:extLst>
            </p:cNvPr>
            <p:cNvSpPr txBox="1"/>
            <p:nvPr/>
          </p:nvSpPr>
          <p:spPr>
            <a:xfrm>
              <a:off x="2166781" y="1321081"/>
              <a:ext cx="838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137" name="TextBox 136">
              <a:extLst>
                <a:ext uri="{FF2B5EF4-FFF2-40B4-BE49-F238E27FC236}">
                  <a16:creationId xmlns:a16="http://schemas.microsoft.com/office/drawing/2014/main" id="{43C8582D-AFFB-2620-3E67-0E60BF5366BC}"/>
                </a:ext>
              </a:extLst>
            </p:cNvPr>
            <p:cNvSpPr txBox="1"/>
            <p:nvPr/>
          </p:nvSpPr>
          <p:spPr>
            <a:xfrm>
              <a:off x="2166781" y="1754510"/>
              <a:ext cx="838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138" name="TextBox 137">
              <a:extLst>
                <a:ext uri="{FF2B5EF4-FFF2-40B4-BE49-F238E27FC236}">
                  <a16:creationId xmlns:a16="http://schemas.microsoft.com/office/drawing/2014/main" id="{DDF79F40-2AEF-507C-1BEA-4D1F9C3CE4A4}"/>
                </a:ext>
              </a:extLst>
            </p:cNvPr>
            <p:cNvSpPr txBox="1"/>
            <p:nvPr/>
          </p:nvSpPr>
          <p:spPr>
            <a:xfrm>
              <a:off x="2936663" y="1521136"/>
              <a:ext cx="47725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cxnSp>
          <p:nvCxnSpPr>
            <p:cNvPr id="140" name="Straight Connector 139">
              <a:extLst>
                <a:ext uri="{FF2B5EF4-FFF2-40B4-BE49-F238E27FC236}">
                  <a16:creationId xmlns:a16="http://schemas.microsoft.com/office/drawing/2014/main" id="{E1F7ED79-32E9-9B41-132D-8F7460F3813A}"/>
                </a:ext>
              </a:extLst>
            </p:cNvPr>
            <p:cNvCxnSpPr/>
            <p:nvPr/>
          </p:nvCxnSpPr>
          <p:spPr>
            <a:xfrm>
              <a:off x="2145774" y="1721191"/>
              <a:ext cx="6475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31055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BFB21-0AF0-6D99-7BAB-FA7DB2E448B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0FA7578-4D29-634F-AC58-9386E7EF4DD4}"/>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765994A0-5A48-2573-87F3-64FBDAD3102C}"/>
              </a:ext>
            </a:extLst>
          </p:cNvPr>
          <p:cNvSpPr>
            <a:spLocks noGrp="1"/>
          </p:cNvSpPr>
          <p:nvPr>
            <p:ph type="sldNum" sz="quarter" idx="12"/>
          </p:nvPr>
        </p:nvSpPr>
        <p:spPr/>
        <p:txBody>
          <a:bodyPr/>
          <a:lstStyle/>
          <a:p>
            <a:fld id="{DFFB4172-2071-4B6D-9A3C-0848A49D4CBF}" type="slidenum">
              <a:rPr lang="en-US" smtClean="0"/>
              <a:pPr/>
              <a:t>34</a:t>
            </a:fld>
            <a:endParaRPr lang="en-US"/>
          </a:p>
        </p:txBody>
      </p:sp>
      <p:grpSp>
        <p:nvGrpSpPr>
          <p:cNvPr id="51" name="Group 50">
            <a:extLst>
              <a:ext uri="{FF2B5EF4-FFF2-40B4-BE49-F238E27FC236}">
                <a16:creationId xmlns:a16="http://schemas.microsoft.com/office/drawing/2014/main" id="{1328C59F-104C-7BC2-1C97-230AEA7053DA}"/>
              </a:ext>
            </a:extLst>
          </p:cNvPr>
          <p:cNvGrpSpPr/>
          <p:nvPr/>
        </p:nvGrpSpPr>
        <p:grpSpPr>
          <a:xfrm>
            <a:off x="596139" y="248573"/>
            <a:ext cx="10969559" cy="3121935"/>
            <a:chOff x="605892" y="457200"/>
            <a:chExt cx="10969559" cy="3121935"/>
          </a:xfrm>
        </p:grpSpPr>
        <p:sp>
          <p:nvSpPr>
            <p:cNvPr id="50" name="Rectangle 49">
              <a:extLst>
                <a:ext uri="{FF2B5EF4-FFF2-40B4-BE49-F238E27FC236}">
                  <a16:creationId xmlns:a16="http://schemas.microsoft.com/office/drawing/2014/main" id="{9C474C54-FF79-69A2-FB2A-932E8F221458}"/>
                </a:ext>
              </a:extLst>
            </p:cNvPr>
            <p:cNvSpPr/>
            <p:nvPr/>
          </p:nvSpPr>
          <p:spPr>
            <a:xfrm>
              <a:off x="7013722" y="1164248"/>
              <a:ext cx="3395448" cy="947853"/>
            </a:xfrm>
            <a:prstGeom prst="rect">
              <a:avLst/>
            </a:prstGeom>
            <a:noFill/>
            <a:ln>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1">
              <a:extLst>
                <a:ext uri="{FF2B5EF4-FFF2-40B4-BE49-F238E27FC236}">
                  <a16:creationId xmlns:a16="http://schemas.microsoft.com/office/drawing/2014/main" id="{6EC5D857-F36D-D78A-8F3F-3E6323C3CA65}"/>
                </a:ext>
              </a:extLst>
            </p:cNvPr>
            <p:cNvGrpSpPr/>
            <p:nvPr/>
          </p:nvGrpSpPr>
          <p:grpSpPr>
            <a:xfrm>
              <a:off x="605892" y="457200"/>
              <a:ext cx="10969559" cy="3121935"/>
              <a:chOff x="663490" y="914400"/>
              <a:chExt cx="10969559" cy="3121935"/>
            </a:xfrm>
          </p:grpSpPr>
          <p:sp>
            <p:nvSpPr>
              <p:cNvPr id="3" name="Flowchart: Summing Junction 2">
                <a:extLst>
                  <a:ext uri="{FF2B5EF4-FFF2-40B4-BE49-F238E27FC236}">
                    <a16:creationId xmlns:a16="http://schemas.microsoft.com/office/drawing/2014/main" id="{DA900AB3-136D-96D3-E7BC-8E989FF7F846}"/>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290E3271-381B-C083-D3DF-46E5272DE78E}"/>
                  </a:ext>
                </a:extLst>
              </p:cNvPr>
              <p:cNvCxnSpPr>
                <a:cxnSpLocks/>
                <a:stCxn id="3" idx="6"/>
              </p:cNvCxnSpPr>
              <p:nvPr/>
            </p:nvCxnSpPr>
            <p:spPr>
              <a:xfrm flipV="1">
                <a:off x="2199183" y="207316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527E602-AEAD-FE77-2C8B-314CBC6D3481}"/>
                  </a:ext>
                </a:extLst>
              </p:cNvPr>
              <p:cNvSpPr/>
              <p:nvPr/>
            </p:nvSpPr>
            <p:spPr>
              <a:xfrm>
                <a:off x="2665313" y="177513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FD3F5959-8C84-E8ED-F234-FBCCDB690BD5}"/>
                  </a:ext>
                </a:extLst>
              </p:cNvPr>
              <p:cNvCxnSpPr>
                <a:cxnSpLocks/>
              </p:cNvCxnSpPr>
              <p:nvPr/>
            </p:nvCxnSpPr>
            <p:spPr>
              <a:xfrm flipV="1">
                <a:off x="3584178" y="2073164"/>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Flowchart: Summing Junction 8">
                <a:extLst>
                  <a:ext uri="{FF2B5EF4-FFF2-40B4-BE49-F238E27FC236}">
                    <a16:creationId xmlns:a16="http://schemas.microsoft.com/office/drawing/2014/main" id="{711C3D6C-D3A1-28C2-FA90-162194AB5645}"/>
                  </a:ext>
                </a:extLst>
              </p:cNvPr>
              <p:cNvSpPr/>
              <p:nvPr/>
            </p:nvSpPr>
            <p:spPr>
              <a:xfrm>
                <a:off x="4045843" y="1842315"/>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2F80EE9-D9A6-91AD-BEB1-50C362F97588}"/>
                  </a:ext>
                </a:extLst>
              </p:cNvPr>
              <p:cNvCxnSpPr>
                <a:cxnSpLocks/>
              </p:cNvCxnSpPr>
              <p:nvPr/>
            </p:nvCxnSpPr>
            <p:spPr>
              <a:xfrm flipV="1">
                <a:off x="4507508" y="207577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42CC49E-7B90-6B76-812B-897D2409FE81}"/>
                  </a:ext>
                </a:extLst>
              </p:cNvPr>
              <p:cNvSpPr/>
              <p:nvPr/>
            </p:nvSpPr>
            <p:spPr>
              <a:xfrm>
                <a:off x="4980368" y="1775121"/>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95DF6E07-DA81-5D9D-C2C7-958F332F239E}"/>
                  </a:ext>
                </a:extLst>
              </p:cNvPr>
              <p:cNvCxnSpPr>
                <a:cxnSpLocks/>
              </p:cNvCxnSpPr>
              <p:nvPr/>
            </p:nvCxnSpPr>
            <p:spPr>
              <a:xfrm flipV="1">
                <a:off x="5905963" y="2073128"/>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Summing Junction 12">
                <a:extLst>
                  <a:ext uri="{FF2B5EF4-FFF2-40B4-BE49-F238E27FC236}">
                    <a16:creationId xmlns:a16="http://schemas.microsoft.com/office/drawing/2014/main" id="{422FAD4E-A826-6F8C-9A3B-A00C9C95DA04}"/>
                  </a:ext>
                </a:extLst>
              </p:cNvPr>
              <p:cNvSpPr/>
              <p:nvPr/>
            </p:nvSpPr>
            <p:spPr>
              <a:xfrm>
                <a:off x="6367628" y="1842279"/>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3BD7855C-20D2-EB87-BA52-7BB734F3103D}"/>
                  </a:ext>
                </a:extLst>
              </p:cNvPr>
              <p:cNvSpPr/>
              <p:nvPr/>
            </p:nvSpPr>
            <p:spPr>
              <a:xfrm>
                <a:off x="7284444" y="1775121"/>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14FBBCB0-908D-9426-E5C8-57041FE5AB1D}"/>
                  </a:ext>
                </a:extLst>
              </p:cNvPr>
              <p:cNvCxnSpPr>
                <a:cxnSpLocks/>
              </p:cNvCxnSpPr>
              <p:nvPr/>
            </p:nvCxnSpPr>
            <p:spPr>
              <a:xfrm flipV="1">
                <a:off x="6840488" y="2073111"/>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42E6A6D-6037-9BA3-7635-50B2AE1A1230}"/>
                  </a:ext>
                </a:extLst>
              </p:cNvPr>
              <p:cNvCxnSpPr>
                <a:stCxn id="14" idx="3"/>
              </p:cNvCxnSpPr>
              <p:nvPr/>
            </p:nvCxnSpPr>
            <p:spPr>
              <a:xfrm flipV="1">
                <a:off x="8198844" y="2073111"/>
                <a:ext cx="1158675" cy="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A1DA3101-2996-D8C4-16DC-0540F857D56E}"/>
                  </a:ext>
                </a:extLst>
              </p:cNvPr>
              <p:cNvSpPr/>
              <p:nvPr/>
            </p:nvSpPr>
            <p:spPr>
              <a:xfrm>
                <a:off x="9357519" y="177774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1BDAEFA0-B568-440B-B233-8D4FA4691FFF}"/>
                  </a:ext>
                </a:extLst>
              </p:cNvPr>
              <p:cNvCxnSpPr>
                <a:cxnSpLocks/>
              </p:cNvCxnSpPr>
              <p:nvPr/>
            </p:nvCxnSpPr>
            <p:spPr>
              <a:xfrm>
                <a:off x="10261197"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96B8FD2-4A64-4149-69B0-B6D4F7D75DC8}"/>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A5A2FAD5-A14F-ABE0-6CF2-9D9BB92DC8C4}"/>
                  </a:ext>
                </a:extLst>
              </p:cNvPr>
              <p:cNvSpPr/>
              <p:nvPr/>
            </p:nvSpPr>
            <p:spPr>
              <a:xfrm>
                <a:off x="5928519" y="914400"/>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Connector 20">
                <a:extLst>
                  <a:ext uri="{FF2B5EF4-FFF2-40B4-BE49-F238E27FC236}">
                    <a16:creationId xmlns:a16="http://schemas.microsoft.com/office/drawing/2014/main" id="{CEEC506C-E852-F001-2549-1279592A5B33}"/>
                  </a:ext>
                </a:extLst>
              </p:cNvPr>
              <p:cNvCxnSpPr>
                <a:cxnSpLocks/>
                <a:stCxn id="20" idx="3"/>
              </p:cNvCxnSpPr>
              <p:nvPr/>
            </p:nvCxnSpPr>
            <p:spPr>
              <a:xfrm flipV="1">
                <a:off x="6842919" y="1207339"/>
                <a:ext cx="3810000" cy="5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702EAE2-77AF-9355-A45A-A062BD210144}"/>
                  </a:ext>
                </a:extLst>
              </p:cNvPr>
              <p:cNvCxnSpPr>
                <a:cxnSpLocks/>
              </p:cNvCxnSpPr>
              <p:nvPr/>
            </p:nvCxnSpPr>
            <p:spPr>
              <a:xfrm>
                <a:off x="10652919" y="1196996"/>
                <a:ext cx="0" cy="860686"/>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57F0624-2ECD-EA9C-3842-FD49D0873531}"/>
                  </a:ext>
                </a:extLst>
              </p:cNvPr>
              <p:cNvCxnSpPr>
                <a:cxnSpLocks/>
              </p:cNvCxnSpPr>
              <p:nvPr/>
            </p:nvCxnSpPr>
            <p:spPr>
              <a:xfrm>
                <a:off x="4276675" y="1199095"/>
                <a:ext cx="0" cy="641267"/>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C9DAC0E-0AB9-1244-E1BE-99A6FF6BE2EC}"/>
                  </a:ext>
                </a:extLst>
              </p:cNvPr>
              <p:cNvCxnSpPr>
                <a:cxnSpLocks/>
              </p:cNvCxnSpPr>
              <p:nvPr/>
            </p:nvCxnSpPr>
            <p:spPr>
              <a:xfrm>
                <a:off x="4276675" y="1199095"/>
                <a:ext cx="16518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3F969F0-B166-6CA8-0449-DFA9497E58AE}"/>
                  </a:ext>
                </a:extLst>
              </p:cNvPr>
              <p:cNvSpPr/>
              <p:nvPr/>
            </p:nvSpPr>
            <p:spPr>
              <a:xfrm>
                <a:off x="8138319" y="2757976"/>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BED34C03-CF23-10AB-2FED-5EA244CE7A26}"/>
                  </a:ext>
                </a:extLst>
              </p:cNvPr>
              <p:cNvCxnSpPr>
                <a:cxnSpLocks/>
              </p:cNvCxnSpPr>
              <p:nvPr/>
            </p:nvCxnSpPr>
            <p:spPr>
              <a:xfrm flipV="1">
                <a:off x="10652919" y="2073111"/>
                <a:ext cx="0" cy="1665197"/>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4B957D6-FF3B-3FC0-9FE6-39D5E03FA6FB}"/>
                  </a:ext>
                </a:extLst>
              </p:cNvPr>
              <p:cNvCxnSpPr>
                <a:cxnSpLocks/>
                <a:stCxn id="25" idx="3"/>
              </p:cNvCxnSpPr>
              <p:nvPr/>
            </p:nvCxnSpPr>
            <p:spPr>
              <a:xfrm>
                <a:off x="9052719" y="3056002"/>
                <a:ext cx="1600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E33EB77-79B3-8E20-8BF9-91EB86E195F5}"/>
                  </a:ext>
                </a:extLst>
              </p:cNvPr>
              <p:cNvCxnSpPr>
                <a:endCxn id="13" idx="4"/>
              </p:cNvCxnSpPr>
              <p:nvPr/>
            </p:nvCxnSpPr>
            <p:spPr>
              <a:xfrm flipV="1">
                <a:off x="6598460" y="2303944"/>
                <a:ext cx="1" cy="7520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E344245-A43C-307F-45AE-1885BB34718F}"/>
                  </a:ext>
                </a:extLst>
              </p:cNvPr>
              <p:cNvCxnSpPr>
                <a:cxnSpLocks/>
                <a:endCxn id="25" idx="1"/>
              </p:cNvCxnSpPr>
              <p:nvPr/>
            </p:nvCxnSpPr>
            <p:spPr>
              <a:xfrm>
                <a:off x="6598460" y="3056001"/>
                <a:ext cx="153985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AABD040-9CFD-1ECF-71FF-936805957BD7}"/>
                  </a:ext>
                </a:extLst>
              </p:cNvPr>
              <p:cNvSpPr/>
              <p:nvPr/>
            </p:nvSpPr>
            <p:spPr>
              <a:xfrm>
                <a:off x="5166519" y="3440284"/>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1" name="Straight Connector 30">
                <a:extLst>
                  <a:ext uri="{FF2B5EF4-FFF2-40B4-BE49-F238E27FC236}">
                    <a16:creationId xmlns:a16="http://schemas.microsoft.com/office/drawing/2014/main" id="{BFC8BC69-5DAB-4B54-4B5F-9147156FD0A4}"/>
                  </a:ext>
                </a:extLst>
              </p:cNvPr>
              <p:cNvCxnSpPr>
                <a:cxnSpLocks/>
                <a:stCxn id="30" idx="3"/>
              </p:cNvCxnSpPr>
              <p:nvPr/>
            </p:nvCxnSpPr>
            <p:spPr>
              <a:xfrm flipV="1">
                <a:off x="6080919" y="3738203"/>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45B8423-CF39-69A3-B213-80BDE9EDD78C}"/>
                  </a:ext>
                </a:extLst>
              </p:cNvPr>
              <p:cNvCxnSpPr>
                <a:cxnSpLocks/>
              </p:cNvCxnSpPr>
              <p:nvPr/>
            </p:nvCxnSpPr>
            <p:spPr>
              <a:xfrm>
                <a:off x="1968350" y="3738308"/>
                <a:ext cx="31981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44D9782-3C7D-1100-58CB-3959F215D559}"/>
                  </a:ext>
                </a:extLst>
              </p:cNvPr>
              <p:cNvCxnSpPr>
                <a:endCxn id="3" idx="4"/>
              </p:cNvCxnSpPr>
              <p:nvPr/>
            </p:nvCxnSpPr>
            <p:spPr>
              <a:xfrm flipV="1">
                <a:off x="1968350" y="2303998"/>
                <a:ext cx="1" cy="14343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E37E3BA-769A-9589-4D85-6E0D3FB85961}"/>
                  </a:ext>
                </a:extLst>
              </p:cNvPr>
              <p:cNvSpPr txBox="1"/>
              <p:nvPr/>
            </p:nvSpPr>
            <p:spPr>
              <a:xfrm>
                <a:off x="2878994" y="1873056"/>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C55933FD-8028-46E3-043C-744CA60E9985}"/>
                  </a:ext>
                </a:extLst>
              </p:cNvPr>
              <p:cNvSpPr txBox="1"/>
              <p:nvPr/>
            </p:nvSpPr>
            <p:spPr>
              <a:xfrm>
                <a:off x="5219242" y="1868098"/>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1738C13C-47DB-F4DF-1CB9-E4450AEBDE09}"/>
                  </a:ext>
                </a:extLst>
              </p:cNvPr>
              <p:cNvSpPr txBox="1"/>
              <p:nvPr/>
            </p:nvSpPr>
            <p:spPr>
              <a:xfrm>
                <a:off x="7535659" y="186642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283DA13C-48A6-C55F-C06E-FB958160A814}"/>
                  </a:ext>
                </a:extLst>
              </p:cNvPr>
              <p:cNvSpPr txBox="1"/>
              <p:nvPr/>
            </p:nvSpPr>
            <p:spPr>
              <a:xfrm>
                <a:off x="9612435" y="1857627"/>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5CA8B5BC-46D2-A0F6-411C-DCE02826A717}"/>
                  </a:ext>
                </a:extLst>
              </p:cNvPr>
              <p:cNvSpPr txBox="1"/>
              <p:nvPr/>
            </p:nvSpPr>
            <p:spPr>
              <a:xfrm>
                <a:off x="6004914" y="1016154"/>
                <a:ext cx="991700"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X / 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2C46C899-7A13-0C57-F631-C96BE6542D3F}"/>
                  </a:ext>
                </a:extLst>
              </p:cNvPr>
              <p:cNvSpPr txBox="1"/>
              <p:nvPr/>
            </p:nvSpPr>
            <p:spPr>
              <a:xfrm>
                <a:off x="5393332" y="3538148"/>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2C8949F8-6FEB-BB33-BBB6-7E08A73B39F0}"/>
                  </a:ext>
                </a:extLst>
              </p:cNvPr>
              <p:cNvSpPr txBox="1"/>
              <p:nvPr/>
            </p:nvSpPr>
            <p:spPr>
              <a:xfrm>
                <a:off x="8435898" y="2877500"/>
                <a:ext cx="56017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38B90D4D-1A38-D221-ECC1-15787FCE5700}"/>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DF1EC484-2ADC-80B7-ADF2-4385CEC3BB94}"/>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5F1A8597-3E11-474F-8933-F9866E95D054}"/>
                  </a:ext>
                </a:extLst>
              </p:cNvPr>
              <p:cNvSpPr txBox="1"/>
              <p:nvPr/>
            </p:nvSpPr>
            <p:spPr>
              <a:xfrm>
                <a:off x="3760951" y="1707160"/>
                <a:ext cx="245557" cy="400110"/>
              </a:xfrm>
              <a:prstGeom prst="rect">
                <a:avLst/>
              </a:prstGeom>
              <a:noFill/>
            </p:spPr>
            <p:txBody>
              <a:bodyPr wrap="square" rtlCol="0">
                <a:spAutoFit/>
              </a:bodyPr>
              <a:lstStyle/>
              <a:p>
                <a:r>
                  <a:rPr lang="en-US" sz="2000" b="1" dirty="0"/>
                  <a:t>+</a:t>
                </a:r>
                <a:endParaRPr lang="en-IN" sz="2000" b="1" dirty="0"/>
              </a:p>
            </p:txBody>
          </p:sp>
          <p:sp>
            <p:nvSpPr>
              <p:cNvPr id="44" name="TextBox 43">
                <a:extLst>
                  <a:ext uri="{FF2B5EF4-FFF2-40B4-BE49-F238E27FC236}">
                    <a16:creationId xmlns:a16="http://schemas.microsoft.com/office/drawing/2014/main" id="{C25C7542-B373-8B6C-DCD0-921B5B23A389}"/>
                  </a:ext>
                </a:extLst>
              </p:cNvPr>
              <p:cNvSpPr txBox="1"/>
              <p:nvPr/>
            </p:nvSpPr>
            <p:spPr>
              <a:xfrm>
                <a:off x="6070210" y="1719525"/>
                <a:ext cx="245557" cy="400110"/>
              </a:xfrm>
              <a:prstGeom prst="rect">
                <a:avLst/>
              </a:prstGeom>
              <a:noFill/>
            </p:spPr>
            <p:txBody>
              <a:bodyPr wrap="square" rtlCol="0">
                <a:spAutoFit/>
              </a:bodyPr>
              <a:lstStyle/>
              <a:p>
                <a:r>
                  <a:rPr lang="en-US" sz="2000" b="1" dirty="0"/>
                  <a:t>+</a:t>
                </a:r>
                <a:endParaRPr lang="en-IN" sz="2000" b="1" dirty="0"/>
              </a:p>
            </p:txBody>
          </p:sp>
          <p:sp>
            <p:nvSpPr>
              <p:cNvPr id="45" name="TextBox 44">
                <a:extLst>
                  <a:ext uri="{FF2B5EF4-FFF2-40B4-BE49-F238E27FC236}">
                    <a16:creationId xmlns:a16="http://schemas.microsoft.com/office/drawing/2014/main" id="{183BE454-C7B6-53DF-1B98-C8D5817311CB}"/>
                  </a:ext>
                </a:extLst>
              </p:cNvPr>
              <p:cNvSpPr txBox="1"/>
              <p:nvPr/>
            </p:nvSpPr>
            <p:spPr>
              <a:xfrm>
                <a:off x="6612781" y="2192651"/>
                <a:ext cx="245557" cy="400110"/>
              </a:xfrm>
              <a:prstGeom prst="rect">
                <a:avLst/>
              </a:prstGeom>
              <a:noFill/>
            </p:spPr>
            <p:txBody>
              <a:bodyPr wrap="square" rtlCol="0">
                <a:spAutoFit/>
              </a:bodyPr>
              <a:lstStyle/>
              <a:p>
                <a:r>
                  <a:rPr lang="en-US" sz="2000" b="1" dirty="0"/>
                  <a:t>+</a:t>
                </a:r>
                <a:endParaRPr lang="en-IN" sz="2000" b="1" dirty="0"/>
              </a:p>
            </p:txBody>
          </p:sp>
          <p:sp>
            <p:nvSpPr>
              <p:cNvPr id="46" name="TextBox 45">
                <a:extLst>
                  <a:ext uri="{FF2B5EF4-FFF2-40B4-BE49-F238E27FC236}">
                    <a16:creationId xmlns:a16="http://schemas.microsoft.com/office/drawing/2014/main" id="{9C0A149B-61CA-7926-CD0E-4C33E71938C6}"/>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47" name="TextBox 46">
                <a:extLst>
                  <a:ext uri="{FF2B5EF4-FFF2-40B4-BE49-F238E27FC236}">
                    <a16:creationId xmlns:a16="http://schemas.microsoft.com/office/drawing/2014/main" id="{CEE9222E-1802-D138-A8C1-AFFF9E6F142D}"/>
                  </a:ext>
                </a:extLst>
              </p:cNvPr>
              <p:cNvSpPr txBox="1"/>
              <p:nvPr/>
            </p:nvSpPr>
            <p:spPr>
              <a:xfrm>
                <a:off x="4293670" y="1493248"/>
                <a:ext cx="245557" cy="400110"/>
              </a:xfrm>
              <a:prstGeom prst="rect">
                <a:avLst/>
              </a:prstGeom>
              <a:noFill/>
            </p:spPr>
            <p:txBody>
              <a:bodyPr wrap="square" rtlCol="0">
                <a:spAutoFit/>
              </a:bodyPr>
              <a:lstStyle/>
              <a:p>
                <a:r>
                  <a:rPr lang="en-US" sz="2000" b="1" dirty="0"/>
                  <a:t>-</a:t>
                </a:r>
                <a:endParaRPr lang="en-IN" sz="2000" b="1" dirty="0"/>
              </a:p>
            </p:txBody>
          </p:sp>
          <p:sp>
            <p:nvSpPr>
              <p:cNvPr id="48" name="TextBox 47">
                <a:extLst>
                  <a:ext uri="{FF2B5EF4-FFF2-40B4-BE49-F238E27FC236}">
                    <a16:creationId xmlns:a16="http://schemas.microsoft.com/office/drawing/2014/main" id="{5C6069D1-C188-C54D-CA1B-F6FE9A04A4BA}"/>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grpSp>
      <p:grpSp>
        <p:nvGrpSpPr>
          <p:cNvPr id="105" name="Group 104">
            <a:extLst>
              <a:ext uri="{FF2B5EF4-FFF2-40B4-BE49-F238E27FC236}">
                <a16:creationId xmlns:a16="http://schemas.microsoft.com/office/drawing/2014/main" id="{92CF797D-72A4-9E5F-80A9-8F9760406A43}"/>
              </a:ext>
            </a:extLst>
          </p:cNvPr>
          <p:cNvGrpSpPr/>
          <p:nvPr/>
        </p:nvGrpSpPr>
        <p:grpSpPr>
          <a:xfrm>
            <a:off x="1176810" y="3231759"/>
            <a:ext cx="10969559" cy="3121935"/>
            <a:chOff x="1176810" y="3231759"/>
            <a:chExt cx="10969559" cy="3121935"/>
          </a:xfrm>
        </p:grpSpPr>
        <p:grpSp>
          <p:nvGrpSpPr>
            <p:cNvPr id="54" name="Group 53">
              <a:extLst>
                <a:ext uri="{FF2B5EF4-FFF2-40B4-BE49-F238E27FC236}">
                  <a16:creationId xmlns:a16="http://schemas.microsoft.com/office/drawing/2014/main" id="{44F10F00-49A6-F32B-F281-B6BBC2A45B39}"/>
                </a:ext>
              </a:extLst>
            </p:cNvPr>
            <p:cNvGrpSpPr/>
            <p:nvPr/>
          </p:nvGrpSpPr>
          <p:grpSpPr>
            <a:xfrm>
              <a:off x="1176810" y="3231759"/>
              <a:ext cx="10969559" cy="3121935"/>
              <a:chOff x="663490" y="914400"/>
              <a:chExt cx="10969559" cy="3121935"/>
            </a:xfrm>
          </p:grpSpPr>
          <p:sp>
            <p:nvSpPr>
              <p:cNvPr id="55" name="Flowchart: Summing Junction 54">
                <a:extLst>
                  <a:ext uri="{FF2B5EF4-FFF2-40B4-BE49-F238E27FC236}">
                    <a16:creationId xmlns:a16="http://schemas.microsoft.com/office/drawing/2014/main" id="{AB4B55C0-71B9-1B98-43F3-012A7F94E945}"/>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6" name="Straight Arrow Connector 55">
                <a:extLst>
                  <a:ext uri="{FF2B5EF4-FFF2-40B4-BE49-F238E27FC236}">
                    <a16:creationId xmlns:a16="http://schemas.microsoft.com/office/drawing/2014/main" id="{9363ADBF-0F36-EA3B-8E91-E97E91A71A8F}"/>
                  </a:ext>
                </a:extLst>
              </p:cNvPr>
              <p:cNvCxnSpPr>
                <a:cxnSpLocks/>
                <a:stCxn id="55" idx="6"/>
              </p:cNvCxnSpPr>
              <p:nvPr/>
            </p:nvCxnSpPr>
            <p:spPr>
              <a:xfrm flipV="1">
                <a:off x="2199183" y="207316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3A5941F0-487B-9179-0837-5E9119FCC548}"/>
                  </a:ext>
                </a:extLst>
              </p:cNvPr>
              <p:cNvSpPr/>
              <p:nvPr/>
            </p:nvSpPr>
            <p:spPr>
              <a:xfrm>
                <a:off x="2665313" y="177513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Arrow Connector 57">
                <a:extLst>
                  <a:ext uri="{FF2B5EF4-FFF2-40B4-BE49-F238E27FC236}">
                    <a16:creationId xmlns:a16="http://schemas.microsoft.com/office/drawing/2014/main" id="{E281DFE4-B140-F409-585E-F08831278788}"/>
                  </a:ext>
                </a:extLst>
              </p:cNvPr>
              <p:cNvCxnSpPr>
                <a:cxnSpLocks/>
              </p:cNvCxnSpPr>
              <p:nvPr/>
            </p:nvCxnSpPr>
            <p:spPr>
              <a:xfrm flipV="1">
                <a:off x="3584178" y="2073164"/>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Flowchart: Summing Junction 58">
                <a:extLst>
                  <a:ext uri="{FF2B5EF4-FFF2-40B4-BE49-F238E27FC236}">
                    <a16:creationId xmlns:a16="http://schemas.microsoft.com/office/drawing/2014/main" id="{A4638031-26E4-0B91-2B6B-4D45A7E05049}"/>
                  </a:ext>
                </a:extLst>
              </p:cNvPr>
              <p:cNvSpPr/>
              <p:nvPr/>
            </p:nvSpPr>
            <p:spPr>
              <a:xfrm>
                <a:off x="4045843" y="1842315"/>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0" name="Straight Arrow Connector 59">
                <a:extLst>
                  <a:ext uri="{FF2B5EF4-FFF2-40B4-BE49-F238E27FC236}">
                    <a16:creationId xmlns:a16="http://schemas.microsoft.com/office/drawing/2014/main" id="{6FBCD111-5642-38D3-E30A-CABCC84865F2}"/>
                  </a:ext>
                </a:extLst>
              </p:cNvPr>
              <p:cNvCxnSpPr>
                <a:cxnSpLocks/>
              </p:cNvCxnSpPr>
              <p:nvPr/>
            </p:nvCxnSpPr>
            <p:spPr>
              <a:xfrm flipV="1">
                <a:off x="4507508" y="207577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AA4212A1-BDC4-8BD1-5E87-641C0E9658CF}"/>
                  </a:ext>
                </a:extLst>
              </p:cNvPr>
              <p:cNvSpPr/>
              <p:nvPr/>
            </p:nvSpPr>
            <p:spPr>
              <a:xfrm>
                <a:off x="4980368" y="1775121"/>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Straight Arrow Connector 61">
                <a:extLst>
                  <a:ext uri="{FF2B5EF4-FFF2-40B4-BE49-F238E27FC236}">
                    <a16:creationId xmlns:a16="http://schemas.microsoft.com/office/drawing/2014/main" id="{0204C5A5-F409-3CC2-7267-FF2B8958DB98}"/>
                  </a:ext>
                </a:extLst>
              </p:cNvPr>
              <p:cNvCxnSpPr>
                <a:cxnSpLocks/>
              </p:cNvCxnSpPr>
              <p:nvPr/>
            </p:nvCxnSpPr>
            <p:spPr>
              <a:xfrm flipV="1">
                <a:off x="5905963" y="2073128"/>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Flowchart: Summing Junction 62">
                <a:extLst>
                  <a:ext uri="{FF2B5EF4-FFF2-40B4-BE49-F238E27FC236}">
                    <a16:creationId xmlns:a16="http://schemas.microsoft.com/office/drawing/2014/main" id="{B2E3F457-9EB4-6248-5549-8EE26626184A}"/>
                  </a:ext>
                </a:extLst>
              </p:cNvPr>
              <p:cNvSpPr/>
              <p:nvPr/>
            </p:nvSpPr>
            <p:spPr>
              <a:xfrm>
                <a:off x="6367628" y="1842279"/>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Rectangle 63">
                <a:extLst>
                  <a:ext uri="{FF2B5EF4-FFF2-40B4-BE49-F238E27FC236}">
                    <a16:creationId xmlns:a16="http://schemas.microsoft.com/office/drawing/2014/main" id="{AF32D16A-38FF-585C-2EF4-744718E00B5F}"/>
                  </a:ext>
                </a:extLst>
              </p:cNvPr>
              <p:cNvSpPr/>
              <p:nvPr/>
            </p:nvSpPr>
            <p:spPr>
              <a:xfrm>
                <a:off x="8233358" y="1792253"/>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5" name="Straight Arrow Connector 64">
                <a:extLst>
                  <a:ext uri="{FF2B5EF4-FFF2-40B4-BE49-F238E27FC236}">
                    <a16:creationId xmlns:a16="http://schemas.microsoft.com/office/drawing/2014/main" id="{783E69FD-2FB9-7A61-093B-83C7E90AA17F}"/>
                  </a:ext>
                </a:extLst>
              </p:cNvPr>
              <p:cNvCxnSpPr>
                <a:cxnSpLocks/>
                <a:endCxn id="64" idx="1"/>
              </p:cNvCxnSpPr>
              <p:nvPr/>
            </p:nvCxnSpPr>
            <p:spPr>
              <a:xfrm>
                <a:off x="6840488" y="2073112"/>
                <a:ext cx="139287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9BAF4A3-2A33-F324-B0FD-6DD7EDF612FB}"/>
                  </a:ext>
                </a:extLst>
              </p:cNvPr>
              <p:cNvCxnSpPr>
                <a:cxnSpLocks/>
                <a:stCxn id="86" idx="3"/>
              </p:cNvCxnSpPr>
              <p:nvPr/>
            </p:nvCxnSpPr>
            <p:spPr>
              <a:xfrm flipV="1">
                <a:off x="9181522" y="2075775"/>
                <a:ext cx="114128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A672428B-A2A3-C109-1E43-544A5AD7298E}"/>
                  </a:ext>
                </a:extLst>
              </p:cNvPr>
              <p:cNvCxnSpPr>
                <a:cxnSpLocks/>
              </p:cNvCxnSpPr>
              <p:nvPr/>
            </p:nvCxnSpPr>
            <p:spPr>
              <a:xfrm>
                <a:off x="10261197"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17151454-E24D-76B0-F4B4-28334818EC9D}"/>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B2E1A9E6-0E0E-FFA9-8D3F-091355A78320}"/>
                  </a:ext>
                </a:extLst>
              </p:cNvPr>
              <p:cNvSpPr/>
              <p:nvPr/>
            </p:nvSpPr>
            <p:spPr>
              <a:xfrm>
                <a:off x="5928519" y="914400"/>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1" name="Straight Connector 70">
                <a:extLst>
                  <a:ext uri="{FF2B5EF4-FFF2-40B4-BE49-F238E27FC236}">
                    <a16:creationId xmlns:a16="http://schemas.microsoft.com/office/drawing/2014/main" id="{AE98AD86-5458-A1A7-5F09-50D18B4408C8}"/>
                  </a:ext>
                </a:extLst>
              </p:cNvPr>
              <p:cNvCxnSpPr>
                <a:cxnSpLocks/>
                <a:stCxn id="70" idx="3"/>
              </p:cNvCxnSpPr>
              <p:nvPr/>
            </p:nvCxnSpPr>
            <p:spPr>
              <a:xfrm flipV="1">
                <a:off x="6842919" y="1207339"/>
                <a:ext cx="3810000" cy="5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19C971E-C2B8-97B7-C273-80A803648D4F}"/>
                  </a:ext>
                </a:extLst>
              </p:cNvPr>
              <p:cNvCxnSpPr>
                <a:cxnSpLocks/>
              </p:cNvCxnSpPr>
              <p:nvPr/>
            </p:nvCxnSpPr>
            <p:spPr>
              <a:xfrm>
                <a:off x="10652919" y="1196996"/>
                <a:ext cx="0" cy="860686"/>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81D4A7F-112E-C7DB-A3E3-10A751A23C5C}"/>
                  </a:ext>
                </a:extLst>
              </p:cNvPr>
              <p:cNvCxnSpPr>
                <a:cxnSpLocks/>
              </p:cNvCxnSpPr>
              <p:nvPr/>
            </p:nvCxnSpPr>
            <p:spPr>
              <a:xfrm>
                <a:off x="4276675" y="1199095"/>
                <a:ext cx="0" cy="641267"/>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CFD2557-7F65-FAA1-FA7F-AE5E6738558D}"/>
                  </a:ext>
                </a:extLst>
              </p:cNvPr>
              <p:cNvCxnSpPr>
                <a:cxnSpLocks/>
              </p:cNvCxnSpPr>
              <p:nvPr/>
            </p:nvCxnSpPr>
            <p:spPr>
              <a:xfrm>
                <a:off x="4276675" y="1199095"/>
                <a:ext cx="16518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79389A03-9DBC-B9FF-851F-7FD3A866C6BF}"/>
                  </a:ext>
                </a:extLst>
              </p:cNvPr>
              <p:cNvSpPr/>
              <p:nvPr/>
            </p:nvSpPr>
            <p:spPr>
              <a:xfrm>
                <a:off x="8138319" y="2757976"/>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6" name="Straight Connector 75">
                <a:extLst>
                  <a:ext uri="{FF2B5EF4-FFF2-40B4-BE49-F238E27FC236}">
                    <a16:creationId xmlns:a16="http://schemas.microsoft.com/office/drawing/2014/main" id="{A74752DE-D7E7-56E7-4BD3-C71586BCA0BF}"/>
                  </a:ext>
                </a:extLst>
              </p:cNvPr>
              <p:cNvCxnSpPr>
                <a:cxnSpLocks/>
              </p:cNvCxnSpPr>
              <p:nvPr/>
            </p:nvCxnSpPr>
            <p:spPr>
              <a:xfrm flipV="1">
                <a:off x="10652919" y="2073111"/>
                <a:ext cx="0" cy="1665197"/>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93CAFF6-47B4-A83F-ACA8-CD55BAD11893}"/>
                  </a:ext>
                </a:extLst>
              </p:cNvPr>
              <p:cNvCxnSpPr>
                <a:cxnSpLocks/>
                <a:stCxn id="75" idx="3"/>
              </p:cNvCxnSpPr>
              <p:nvPr/>
            </p:nvCxnSpPr>
            <p:spPr>
              <a:xfrm>
                <a:off x="9052719" y="3056002"/>
                <a:ext cx="1600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D93FB63-02D1-5CF6-BE5C-11423F84DFC4}"/>
                  </a:ext>
                </a:extLst>
              </p:cNvPr>
              <p:cNvCxnSpPr>
                <a:endCxn id="63" idx="4"/>
              </p:cNvCxnSpPr>
              <p:nvPr/>
            </p:nvCxnSpPr>
            <p:spPr>
              <a:xfrm flipV="1">
                <a:off x="6598460" y="2303944"/>
                <a:ext cx="1" cy="7520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3DF09CA-C3C4-2FDD-6F1A-9A9F3349D54D}"/>
                  </a:ext>
                </a:extLst>
              </p:cNvPr>
              <p:cNvCxnSpPr>
                <a:cxnSpLocks/>
                <a:endCxn id="75" idx="1"/>
              </p:cNvCxnSpPr>
              <p:nvPr/>
            </p:nvCxnSpPr>
            <p:spPr>
              <a:xfrm>
                <a:off x="6598460" y="3056001"/>
                <a:ext cx="153985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0B7EC2F8-A6DF-DEA6-7367-846FF8E0D653}"/>
                  </a:ext>
                </a:extLst>
              </p:cNvPr>
              <p:cNvSpPr/>
              <p:nvPr/>
            </p:nvSpPr>
            <p:spPr>
              <a:xfrm>
                <a:off x="5166519" y="3440284"/>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1" name="Straight Connector 80">
                <a:extLst>
                  <a:ext uri="{FF2B5EF4-FFF2-40B4-BE49-F238E27FC236}">
                    <a16:creationId xmlns:a16="http://schemas.microsoft.com/office/drawing/2014/main" id="{8828A6CD-D684-18F3-3E41-3DA91E94BA9F}"/>
                  </a:ext>
                </a:extLst>
              </p:cNvPr>
              <p:cNvCxnSpPr>
                <a:cxnSpLocks/>
                <a:stCxn id="80" idx="3"/>
              </p:cNvCxnSpPr>
              <p:nvPr/>
            </p:nvCxnSpPr>
            <p:spPr>
              <a:xfrm flipV="1">
                <a:off x="6080919" y="3738203"/>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2EE84FCA-B5AC-9288-FB89-EB288D8B10A8}"/>
                  </a:ext>
                </a:extLst>
              </p:cNvPr>
              <p:cNvCxnSpPr>
                <a:cxnSpLocks/>
              </p:cNvCxnSpPr>
              <p:nvPr/>
            </p:nvCxnSpPr>
            <p:spPr>
              <a:xfrm>
                <a:off x="1968350" y="3738308"/>
                <a:ext cx="31981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4567D2E-43CE-E660-B0ED-4F9ED3416990}"/>
                  </a:ext>
                </a:extLst>
              </p:cNvPr>
              <p:cNvCxnSpPr>
                <a:endCxn id="55" idx="4"/>
              </p:cNvCxnSpPr>
              <p:nvPr/>
            </p:nvCxnSpPr>
            <p:spPr>
              <a:xfrm flipV="1">
                <a:off x="1968350" y="2303998"/>
                <a:ext cx="1" cy="14343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BF91401-3CEF-83C4-4C86-1DCFBB55BBD1}"/>
                  </a:ext>
                </a:extLst>
              </p:cNvPr>
              <p:cNvSpPr txBox="1"/>
              <p:nvPr/>
            </p:nvSpPr>
            <p:spPr>
              <a:xfrm>
                <a:off x="2878994" y="1873056"/>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6393B610-5B9D-3637-4D69-ED728964F5CE}"/>
                  </a:ext>
                </a:extLst>
              </p:cNvPr>
              <p:cNvSpPr txBox="1"/>
              <p:nvPr/>
            </p:nvSpPr>
            <p:spPr>
              <a:xfrm>
                <a:off x="5219242" y="1868098"/>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86" name="TextBox 85">
                <a:extLst>
                  <a:ext uri="{FF2B5EF4-FFF2-40B4-BE49-F238E27FC236}">
                    <a16:creationId xmlns:a16="http://schemas.microsoft.com/office/drawing/2014/main" id="{54AA6064-BFB5-E059-6BAC-899B50EE3949}"/>
                  </a:ext>
                </a:extLst>
              </p:cNvPr>
              <p:cNvSpPr txBox="1"/>
              <p:nvPr/>
            </p:nvSpPr>
            <p:spPr>
              <a:xfrm>
                <a:off x="8343660" y="1869837"/>
                <a:ext cx="83786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E0AC45C6-09F7-5559-E3A9-218EE820F66D}"/>
                  </a:ext>
                </a:extLst>
              </p:cNvPr>
              <p:cNvSpPr txBox="1"/>
              <p:nvPr/>
            </p:nvSpPr>
            <p:spPr>
              <a:xfrm>
                <a:off x="6004914" y="1016154"/>
                <a:ext cx="991700"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X / 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89" name="TextBox 88">
                <a:extLst>
                  <a:ext uri="{FF2B5EF4-FFF2-40B4-BE49-F238E27FC236}">
                    <a16:creationId xmlns:a16="http://schemas.microsoft.com/office/drawing/2014/main" id="{D5BB99BE-2376-5F2C-2193-1E7CE1A6D81D}"/>
                  </a:ext>
                </a:extLst>
              </p:cNvPr>
              <p:cNvSpPr txBox="1"/>
              <p:nvPr/>
            </p:nvSpPr>
            <p:spPr>
              <a:xfrm>
                <a:off x="5393332" y="3538148"/>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F67447EA-5EC3-C0CC-9D63-8994E24C6950}"/>
                  </a:ext>
                </a:extLst>
              </p:cNvPr>
              <p:cNvSpPr txBox="1"/>
              <p:nvPr/>
            </p:nvSpPr>
            <p:spPr>
              <a:xfrm>
                <a:off x="8435898" y="2877500"/>
                <a:ext cx="56017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91" name="TextBox 90">
                <a:extLst>
                  <a:ext uri="{FF2B5EF4-FFF2-40B4-BE49-F238E27FC236}">
                    <a16:creationId xmlns:a16="http://schemas.microsoft.com/office/drawing/2014/main" id="{E98444EB-2A63-DED3-0F42-F60D283744A6}"/>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92" name="TextBox 91">
                <a:extLst>
                  <a:ext uri="{FF2B5EF4-FFF2-40B4-BE49-F238E27FC236}">
                    <a16:creationId xmlns:a16="http://schemas.microsoft.com/office/drawing/2014/main" id="{21E0B86F-A6DD-0DE7-5D77-430873707234}"/>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93" name="TextBox 92">
                <a:extLst>
                  <a:ext uri="{FF2B5EF4-FFF2-40B4-BE49-F238E27FC236}">
                    <a16:creationId xmlns:a16="http://schemas.microsoft.com/office/drawing/2014/main" id="{2DA42A01-26FE-48CD-8AC1-6A173F2A7259}"/>
                  </a:ext>
                </a:extLst>
              </p:cNvPr>
              <p:cNvSpPr txBox="1"/>
              <p:nvPr/>
            </p:nvSpPr>
            <p:spPr>
              <a:xfrm>
                <a:off x="3760951" y="1707160"/>
                <a:ext cx="245557" cy="400110"/>
              </a:xfrm>
              <a:prstGeom prst="rect">
                <a:avLst/>
              </a:prstGeom>
              <a:noFill/>
            </p:spPr>
            <p:txBody>
              <a:bodyPr wrap="square" rtlCol="0">
                <a:spAutoFit/>
              </a:bodyPr>
              <a:lstStyle/>
              <a:p>
                <a:r>
                  <a:rPr lang="en-US" sz="2000" b="1" dirty="0"/>
                  <a:t>+</a:t>
                </a:r>
                <a:endParaRPr lang="en-IN" sz="2000" b="1" dirty="0"/>
              </a:p>
            </p:txBody>
          </p:sp>
          <p:sp>
            <p:nvSpPr>
              <p:cNvPr id="94" name="TextBox 93">
                <a:extLst>
                  <a:ext uri="{FF2B5EF4-FFF2-40B4-BE49-F238E27FC236}">
                    <a16:creationId xmlns:a16="http://schemas.microsoft.com/office/drawing/2014/main" id="{93FDDD2E-0F23-C409-A2F0-E690F8850E1B}"/>
                  </a:ext>
                </a:extLst>
              </p:cNvPr>
              <p:cNvSpPr txBox="1"/>
              <p:nvPr/>
            </p:nvSpPr>
            <p:spPr>
              <a:xfrm>
                <a:off x="6070210" y="1719525"/>
                <a:ext cx="245557" cy="400110"/>
              </a:xfrm>
              <a:prstGeom prst="rect">
                <a:avLst/>
              </a:prstGeom>
              <a:noFill/>
            </p:spPr>
            <p:txBody>
              <a:bodyPr wrap="square" rtlCol="0">
                <a:spAutoFit/>
              </a:bodyPr>
              <a:lstStyle/>
              <a:p>
                <a:r>
                  <a:rPr lang="en-US" sz="2000" b="1" dirty="0"/>
                  <a:t>+</a:t>
                </a:r>
                <a:endParaRPr lang="en-IN" sz="2000" b="1" dirty="0"/>
              </a:p>
            </p:txBody>
          </p:sp>
          <p:sp>
            <p:nvSpPr>
              <p:cNvPr id="95" name="TextBox 94">
                <a:extLst>
                  <a:ext uri="{FF2B5EF4-FFF2-40B4-BE49-F238E27FC236}">
                    <a16:creationId xmlns:a16="http://schemas.microsoft.com/office/drawing/2014/main" id="{0F9EE92B-D534-C2BF-F88D-2A485E5A04A7}"/>
                  </a:ext>
                </a:extLst>
              </p:cNvPr>
              <p:cNvSpPr txBox="1"/>
              <p:nvPr/>
            </p:nvSpPr>
            <p:spPr>
              <a:xfrm>
                <a:off x="6612781" y="2192651"/>
                <a:ext cx="245557" cy="400110"/>
              </a:xfrm>
              <a:prstGeom prst="rect">
                <a:avLst/>
              </a:prstGeom>
              <a:noFill/>
            </p:spPr>
            <p:txBody>
              <a:bodyPr wrap="square" rtlCol="0">
                <a:spAutoFit/>
              </a:bodyPr>
              <a:lstStyle/>
              <a:p>
                <a:r>
                  <a:rPr lang="en-US" sz="2000" b="1" dirty="0"/>
                  <a:t>+</a:t>
                </a:r>
                <a:endParaRPr lang="en-IN" sz="2000" b="1" dirty="0"/>
              </a:p>
            </p:txBody>
          </p:sp>
          <p:sp>
            <p:nvSpPr>
              <p:cNvPr id="96" name="TextBox 95">
                <a:extLst>
                  <a:ext uri="{FF2B5EF4-FFF2-40B4-BE49-F238E27FC236}">
                    <a16:creationId xmlns:a16="http://schemas.microsoft.com/office/drawing/2014/main" id="{9AAE2E01-B5F4-3647-7F9C-88F5E2CD3224}"/>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97" name="TextBox 96">
                <a:extLst>
                  <a:ext uri="{FF2B5EF4-FFF2-40B4-BE49-F238E27FC236}">
                    <a16:creationId xmlns:a16="http://schemas.microsoft.com/office/drawing/2014/main" id="{0FFF6C3A-ADDE-3A8C-7B71-95188418085E}"/>
                  </a:ext>
                </a:extLst>
              </p:cNvPr>
              <p:cNvSpPr txBox="1"/>
              <p:nvPr/>
            </p:nvSpPr>
            <p:spPr>
              <a:xfrm>
                <a:off x="4293670" y="1493248"/>
                <a:ext cx="245557" cy="400110"/>
              </a:xfrm>
              <a:prstGeom prst="rect">
                <a:avLst/>
              </a:prstGeom>
              <a:noFill/>
            </p:spPr>
            <p:txBody>
              <a:bodyPr wrap="square" rtlCol="0">
                <a:spAutoFit/>
              </a:bodyPr>
              <a:lstStyle/>
              <a:p>
                <a:r>
                  <a:rPr lang="en-US" sz="2000" b="1" dirty="0"/>
                  <a:t>-</a:t>
                </a:r>
                <a:endParaRPr lang="en-IN" sz="2000" b="1" dirty="0"/>
              </a:p>
            </p:txBody>
          </p:sp>
          <p:sp>
            <p:nvSpPr>
              <p:cNvPr id="98" name="TextBox 97">
                <a:extLst>
                  <a:ext uri="{FF2B5EF4-FFF2-40B4-BE49-F238E27FC236}">
                    <a16:creationId xmlns:a16="http://schemas.microsoft.com/office/drawing/2014/main" id="{8491FEB6-F12E-44DA-EEAF-1E97B8EDE039}"/>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sp>
          <p:nvSpPr>
            <p:cNvPr id="104" name="Rectangle 103">
              <a:extLst>
                <a:ext uri="{FF2B5EF4-FFF2-40B4-BE49-F238E27FC236}">
                  <a16:creationId xmlns:a16="http://schemas.microsoft.com/office/drawing/2014/main" id="{537D9D8E-7F6A-9F33-0C0A-BEC147A5376A}"/>
                </a:ext>
              </a:extLst>
            </p:cNvPr>
            <p:cNvSpPr/>
            <p:nvPr/>
          </p:nvSpPr>
          <p:spPr>
            <a:xfrm>
              <a:off x="6583530" y="4024519"/>
              <a:ext cx="4327682" cy="1730361"/>
            </a:xfrm>
            <a:prstGeom prst="rect">
              <a:avLst/>
            </a:prstGeom>
            <a:noFill/>
            <a:ln>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254359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A03DB-C917-3ED0-31C2-ACDC47D0D19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08024DB-7294-BB14-4CBA-8F422A21BACD}"/>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8E8E66A6-EB76-5B37-E70A-EFDED7A72710}"/>
              </a:ext>
            </a:extLst>
          </p:cNvPr>
          <p:cNvSpPr>
            <a:spLocks noGrp="1"/>
          </p:cNvSpPr>
          <p:nvPr>
            <p:ph type="sldNum" sz="quarter" idx="12"/>
          </p:nvPr>
        </p:nvSpPr>
        <p:spPr/>
        <p:txBody>
          <a:bodyPr/>
          <a:lstStyle/>
          <a:p>
            <a:fld id="{DFFB4172-2071-4B6D-9A3C-0848A49D4CBF}" type="slidenum">
              <a:rPr lang="en-US" smtClean="0"/>
              <a:pPr/>
              <a:t>35</a:t>
            </a:fld>
            <a:endParaRPr lang="en-US"/>
          </a:p>
        </p:txBody>
      </p:sp>
      <p:grpSp>
        <p:nvGrpSpPr>
          <p:cNvPr id="54" name="Group 53">
            <a:extLst>
              <a:ext uri="{FF2B5EF4-FFF2-40B4-BE49-F238E27FC236}">
                <a16:creationId xmlns:a16="http://schemas.microsoft.com/office/drawing/2014/main" id="{50D98A24-1935-FB95-6263-C4AF189CF8F0}"/>
              </a:ext>
            </a:extLst>
          </p:cNvPr>
          <p:cNvGrpSpPr/>
          <p:nvPr/>
        </p:nvGrpSpPr>
        <p:grpSpPr>
          <a:xfrm>
            <a:off x="746919" y="533400"/>
            <a:ext cx="10969559" cy="2562994"/>
            <a:chOff x="746919" y="533400"/>
            <a:chExt cx="10969559" cy="2562994"/>
          </a:xfrm>
        </p:grpSpPr>
        <p:grpSp>
          <p:nvGrpSpPr>
            <p:cNvPr id="3" name="Group 2">
              <a:extLst>
                <a:ext uri="{FF2B5EF4-FFF2-40B4-BE49-F238E27FC236}">
                  <a16:creationId xmlns:a16="http://schemas.microsoft.com/office/drawing/2014/main" id="{DC334A55-0867-564A-B328-CB0386C272EB}"/>
                </a:ext>
              </a:extLst>
            </p:cNvPr>
            <p:cNvGrpSpPr/>
            <p:nvPr/>
          </p:nvGrpSpPr>
          <p:grpSpPr>
            <a:xfrm>
              <a:off x="746919" y="533400"/>
              <a:ext cx="10969559" cy="2562994"/>
              <a:chOff x="663490" y="914400"/>
              <a:chExt cx="10969559" cy="2562994"/>
            </a:xfrm>
          </p:grpSpPr>
          <p:sp>
            <p:nvSpPr>
              <p:cNvPr id="7" name="Flowchart: Summing Junction 6">
                <a:extLst>
                  <a:ext uri="{FF2B5EF4-FFF2-40B4-BE49-F238E27FC236}">
                    <a16:creationId xmlns:a16="http://schemas.microsoft.com/office/drawing/2014/main" id="{D2FAB985-7E0D-ED20-20B8-DEFE1575E309}"/>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325717CB-4CB3-58B1-88DF-574449D01933}"/>
                  </a:ext>
                </a:extLst>
              </p:cNvPr>
              <p:cNvCxnSpPr>
                <a:cxnSpLocks/>
                <a:stCxn id="7" idx="6"/>
              </p:cNvCxnSpPr>
              <p:nvPr/>
            </p:nvCxnSpPr>
            <p:spPr>
              <a:xfrm flipV="1">
                <a:off x="2199183" y="207316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614C3B0-73CA-48C4-8953-A2D277897256}"/>
                  </a:ext>
                </a:extLst>
              </p:cNvPr>
              <p:cNvSpPr/>
              <p:nvPr/>
            </p:nvSpPr>
            <p:spPr>
              <a:xfrm>
                <a:off x="2665313" y="177513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B383E0CB-8FE7-6E68-3599-4E0420FE72FD}"/>
                  </a:ext>
                </a:extLst>
              </p:cNvPr>
              <p:cNvCxnSpPr>
                <a:cxnSpLocks/>
              </p:cNvCxnSpPr>
              <p:nvPr/>
            </p:nvCxnSpPr>
            <p:spPr>
              <a:xfrm flipV="1">
                <a:off x="3584178" y="2073164"/>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Summing Junction 10">
                <a:extLst>
                  <a:ext uri="{FF2B5EF4-FFF2-40B4-BE49-F238E27FC236}">
                    <a16:creationId xmlns:a16="http://schemas.microsoft.com/office/drawing/2014/main" id="{822CA4E1-211D-6EC2-C016-9FFF1F784402}"/>
                  </a:ext>
                </a:extLst>
              </p:cNvPr>
              <p:cNvSpPr/>
              <p:nvPr/>
            </p:nvSpPr>
            <p:spPr>
              <a:xfrm>
                <a:off x="4045843" y="1842315"/>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3C2ABADB-0B6E-99F0-1A57-7EA442ECB7F8}"/>
                  </a:ext>
                </a:extLst>
              </p:cNvPr>
              <p:cNvCxnSpPr>
                <a:cxnSpLocks/>
              </p:cNvCxnSpPr>
              <p:nvPr/>
            </p:nvCxnSpPr>
            <p:spPr>
              <a:xfrm flipV="1">
                <a:off x="4507508" y="207577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4EE6CD8-8AB3-A136-1018-6D3510B3FA00}"/>
                  </a:ext>
                </a:extLst>
              </p:cNvPr>
              <p:cNvSpPr/>
              <p:nvPr/>
            </p:nvSpPr>
            <p:spPr>
              <a:xfrm>
                <a:off x="4980368" y="1775121"/>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D625155B-1CCB-15AE-3B80-7001494262BF}"/>
                  </a:ext>
                </a:extLst>
              </p:cNvPr>
              <p:cNvCxnSpPr>
                <a:cxnSpLocks/>
                <a:endCxn id="16" idx="1"/>
              </p:cNvCxnSpPr>
              <p:nvPr/>
            </p:nvCxnSpPr>
            <p:spPr>
              <a:xfrm>
                <a:off x="5905963" y="2073129"/>
                <a:ext cx="167755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8B3829A3-05FF-A237-4B63-70F01CAFCBC6}"/>
                  </a:ext>
                </a:extLst>
              </p:cNvPr>
              <p:cNvSpPr/>
              <p:nvPr/>
            </p:nvSpPr>
            <p:spPr>
              <a:xfrm>
                <a:off x="7583516" y="1575616"/>
                <a:ext cx="2045358" cy="116858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73EF8CE8-1059-9F45-98F4-CA54AC828311}"/>
                  </a:ext>
                </a:extLst>
              </p:cNvPr>
              <p:cNvCxnSpPr>
                <a:cxnSpLocks/>
              </p:cNvCxnSpPr>
              <p:nvPr/>
            </p:nvCxnSpPr>
            <p:spPr>
              <a:xfrm flipV="1">
                <a:off x="8131090" y="2133600"/>
                <a:ext cx="114128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755EB7C-D02E-2D75-67BE-CB5E135674F8}"/>
                  </a:ext>
                </a:extLst>
              </p:cNvPr>
              <p:cNvCxnSpPr>
                <a:cxnSpLocks/>
                <a:stCxn id="16" idx="3"/>
              </p:cNvCxnSpPr>
              <p:nvPr/>
            </p:nvCxnSpPr>
            <p:spPr>
              <a:xfrm flipV="1">
                <a:off x="9628874" y="2073111"/>
                <a:ext cx="15574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BD937CE-7890-906F-1EC7-BFB7E3B0B619}"/>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99D8E78-9D73-181A-AE7B-5BC4A89F42DC}"/>
                  </a:ext>
                </a:extLst>
              </p:cNvPr>
              <p:cNvSpPr/>
              <p:nvPr/>
            </p:nvSpPr>
            <p:spPr>
              <a:xfrm>
                <a:off x="5928519" y="914400"/>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Connector 21">
                <a:extLst>
                  <a:ext uri="{FF2B5EF4-FFF2-40B4-BE49-F238E27FC236}">
                    <a16:creationId xmlns:a16="http://schemas.microsoft.com/office/drawing/2014/main" id="{1AC2D326-4211-BB90-42E0-2E0A8131D733}"/>
                  </a:ext>
                </a:extLst>
              </p:cNvPr>
              <p:cNvCxnSpPr>
                <a:cxnSpLocks/>
                <a:stCxn id="21" idx="3"/>
              </p:cNvCxnSpPr>
              <p:nvPr/>
            </p:nvCxnSpPr>
            <p:spPr>
              <a:xfrm flipV="1">
                <a:off x="6842919" y="1207339"/>
                <a:ext cx="3810000" cy="5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C7D52D6-9E10-75F5-A3F3-BB857CE66226}"/>
                  </a:ext>
                </a:extLst>
              </p:cNvPr>
              <p:cNvCxnSpPr>
                <a:cxnSpLocks/>
              </p:cNvCxnSpPr>
              <p:nvPr/>
            </p:nvCxnSpPr>
            <p:spPr>
              <a:xfrm>
                <a:off x="10652919" y="1196996"/>
                <a:ext cx="0" cy="860686"/>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A06F07E-5ABC-C92C-E008-70AC9190E1ED}"/>
                  </a:ext>
                </a:extLst>
              </p:cNvPr>
              <p:cNvCxnSpPr>
                <a:cxnSpLocks/>
              </p:cNvCxnSpPr>
              <p:nvPr/>
            </p:nvCxnSpPr>
            <p:spPr>
              <a:xfrm>
                <a:off x="4276675" y="1199095"/>
                <a:ext cx="0" cy="641267"/>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A98C621-0D87-22F5-05FE-D2A480AD6646}"/>
                  </a:ext>
                </a:extLst>
              </p:cNvPr>
              <p:cNvCxnSpPr>
                <a:cxnSpLocks/>
              </p:cNvCxnSpPr>
              <p:nvPr/>
            </p:nvCxnSpPr>
            <p:spPr>
              <a:xfrm>
                <a:off x="4276675" y="1199095"/>
                <a:ext cx="16518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184082D-7A35-334D-1A7F-ED0073B16067}"/>
                  </a:ext>
                </a:extLst>
              </p:cNvPr>
              <p:cNvCxnSpPr>
                <a:cxnSpLocks/>
              </p:cNvCxnSpPr>
              <p:nvPr/>
            </p:nvCxnSpPr>
            <p:spPr>
              <a:xfrm flipV="1">
                <a:off x="10652919" y="2073111"/>
                <a:ext cx="0" cy="111600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8B67BE00-6805-9E7E-B95C-44098301ED3C}"/>
                  </a:ext>
                </a:extLst>
              </p:cNvPr>
              <p:cNvSpPr/>
              <p:nvPr/>
            </p:nvSpPr>
            <p:spPr>
              <a:xfrm>
                <a:off x="5166519" y="2881343"/>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Connector 31">
                <a:extLst>
                  <a:ext uri="{FF2B5EF4-FFF2-40B4-BE49-F238E27FC236}">
                    <a16:creationId xmlns:a16="http://schemas.microsoft.com/office/drawing/2014/main" id="{700C78FD-203E-7F8B-931E-C3C8269039CF}"/>
                  </a:ext>
                </a:extLst>
              </p:cNvPr>
              <p:cNvCxnSpPr>
                <a:cxnSpLocks/>
              </p:cNvCxnSpPr>
              <p:nvPr/>
            </p:nvCxnSpPr>
            <p:spPr>
              <a:xfrm flipV="1">
                <a:off x="6080919" y="3179262"/>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2C4AE66-6050-041C-9A4B-9852262DBA03}"/>
                  </a:ext>
                </a:extLst>
              </p:cNvPr>
              <p:cNvCxnSpPr>
                <a:cxnSpLocks/>
              </p:cNvCxnSpPr>
              <p:nvPr/>
            </p:nvCxnSpPr>
            <p:spPr>
              <a:xfrm>
                <a:off x="1968350" y="3189111"/>
                <a:ext cx="3215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10081C3-E7B5-5D44-8BF2-F8B5E4F1C772}"/>
                  </a:ext>
                </a:extLst>
              </p:cNvPr>
              <p:cNvCxnSpPr>
                <a:cxnSpLocks/>
                <a:endCxn id="7" idx="4"/>
              </p:cNvCxnSpPr>
              <p:nvPr/>
            </p:nvCxnSpPr>
            <p:spPr>
              <a:xfrm flipV="1">
                <a:off x="1968349" y="2303998"/>
                <a:ext cx="2" cy="8851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BAA105B-35D6-CC15-A9EA-71F49C18695E}"/>
                  </a:ext>
                </a:extLst>
              </p:cNvPr>
              <p:cNvSpPr txBox="1"/>
              <p:nvPr/>
            </p:nvSpPr>
            <p:spPr>
              <a:xfrm>
                <a:off x="2878994" y="1873056"/>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AAB8D2E5-D7E6-7A33-911E-755D4433EE9D}"/>
                  </a:ext>
                </a:extLst>
              </p:cNvPr>
              <p:cNvSpPr txBox="1"/>
              <p:nvPr/>
            </p:nvSpPr>
            <p:spPr>
              <a:xfrm>
                <a:off x="5219242" y="1868098"/>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3AE1E509-74A2-364F-7FFD-BCE06AD082EA}"/>
                  </a:ext>
                </a:extLst>
              </p:cNvPr>
              <p:cNvSpPr txBox="1"/>
              <p:nvPr/>
            </p:nvSpPr>
            <p:spPr>
              <a:xfrm>
                <a:off x="8240395" y="169665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CDB068CF-F606-EB46-DD4B-A2F3E6857028}"/>
                  </a:ext>
                </a:extLst>
              </p:cNvPr>
              <p:cNvSpPr txBox="1"/>
              <p:nvPr/>
            </p:nvSpPr>
            <p:spPr>
              <a:xfrm>
                <a:off x="6004914" y="1016154"/>
                <a:ext cx="991700"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X / 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0645C706-8DD5-C445-61A3-BB33636CF555}"/>
                  </a:ext>
                </a:extLst>
              </p:cNvPr>
              <p:cNvSpPr txBox="1"/>
              <p:nvPr/>
            </p:nvSpPr>
            <p:spPr>
              <a:xfrm>
                <a:off x="5398420" y="297496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03BBDEFF-59B1-B665-BEDE-269DB6A4F61C}"/>
                  </a:ext>
                </a:extLst>
              </p:cNvPr>
              <p:cNvSpPr txBox="1"/>
              <p:nvPr/>
            </p:nvSpPr>
            <p:spPr>
              <a:xfrm>
                <a:off x="8435898" y="2877500"/>
                <a:ext cx="560171" cy="297517"/>
              </a:xfrm>
              <a:prstGeom prst="rect">
                <a:avLst/>
              </a:prstGeom>
              <a:noFill/>
            </p:spPr>
            <p:txBody>
              <a:bodyPr wrap="square" rtlCol="0">
                <a:spAutoFit/>
              </a:bodyPr>
              <a:lstStyle/>
              <a:p>
                <a:endParaRPr lang="en-IN" sz="2000" baseline="-250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3C6A25A0-9504-537B-5C9D-BE8E7588B163}"/>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30131C3C-1A95-2D7A-47B6-0E28CEE554B8}"/>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A9683E35-D398-BF0D-4C36-88822942C9F4}"/>
                  </a:ext>
                </a:extLst>
              </p:cNvPr>
              <p:cNvSpPr txBox="1"/>
              <p:nvPr/>
            </p:nvSpPr>
            <p:spPr>
              <a:xfrm>
                <a:off x="3760951" y="1707160"/>
                <a:ext cx="245557" cy="400110"/>
              </a:xfrm>
              <a:prstGeom prst="rect">
                <a:avLst/>
              </a:prstGeom>
              <a:noFill/>
            </p:spPr>
            <p:txBody>
              <a:bodyPr wrap="square" rtlCol="0">
                <a:spAutoFit/>
              </a:bodyPr>
              <a:lstStyle/>
              <a:p>
                <a:r>
                  <a:rPr lang="en-US" sz="2000" b="1" dirty="0"/>
                  <a:t>+</a:t>
                </a:r>
                <a:endParaRPr lang="en-IN" sz="2000" b="1" dirty="0"/>
              </a:p>
            </p:txBody>
          </p:sp>
          <p:sp>
            <p:nvSpPr>
              <p:cNvPr id="46" name="TextBox 45">
                <a:extLst>
                  <a:ext uri="{FF2B5EF4-FFF2-40B4-BE49-F238E27FC236}">
                    <a16:creationId xmlns:a16="http://schemas.microsoft.com/office/drawing/2014/main" id="{97A92C27-8636-82D1-917A-B29E39A44782}"/>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47" name="TextBox 46">
                <a:extLst>
                  <a:ext uri="{FF2B5EF4-FFF2-40B4-BE49-F238E27FC236}">
                    <a16:creationId xmlns:a16="http://schemas.microsoft.com/office/drawing/2014/main" id="{3FF39110-46D8-814D-4B7E-A2947503E019}"/>
                  </a:ext>
                </a:extLst>
              </p:cNvPr>
              <p:cNvSpPr txBox="1"/>
              <p:nvPr/>
            </p:nvSpPr>
            <p:spPr>
              <a:xfrm>
                <a:off x="4293670" y="1493248"/>
                <a:ext cx="245557" cy="400110"/>
              </a:xfrm>
              <a:prstGeom prst="rect">
                <a:avLst/>
              </a:prstGeom>
              <a:noFill/>
            </p:spPr>
            <p:txBody>
              <a:bodyPr wrap="square" rtlCol="0">
                <a:spAutoFit/>
              </a:bodyPr>
              <a:lstStyle/>
              <a:p>
                <a:r>
                  <a:rPr lang="en-US" sz="2000" b="1" dirty="0"/>
                  <a:t>-</a:t>
                </a:r>
                <a:endParaRPr lang="en-IN" sz="2000" b="1" dirty="0"/>
              </a:p>
            </p:txBody>
          </p:sp>
          <p:sp>
            <p:nvSpPr>
              <p:cNvPr id="48" name="TextBox 47">
                <a:extLst>
                  <a:ext uri="{FF2B5EF4-FFF2-40B4-BE49-F238E27FC236}">
                    <a16:creationId xmlns:a16="http://schemas.microsoft.com/office/drawing/2014/main" id="{8AEA1643-A72C-DB0E-82A8-3706127B510E}"/>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sp>
          <p:nvSpPr>
            <p:cNvPr id="49" name="TextBox 48">
              <a:extLst>
                <a:ext uri="{FF2B5EF4-FFF2-40B4-BE49-F238E27FC236}">
                  <a16:creationId xmlns:a16="http://schemas.microsoft.com/office/drawing/2014/main" id="{2B29E0EB-8DBB-1EC6-4610-4D614192E2DD}"/>
                </a:ext>
              </a:extLst>
            </p:cNvPr>
            <p:cNvSpPr txBox="1"/>
            <p:nvPr/>
          </p:nvSpPr>
          <p:spPr>
            <a:xfrm>
              <a:off x="8160895" y="1778133"/>
              <a:ext cx="1579575"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t> </a:t>
              </a:r>
              <a:endParaRPr lang="en-IN" dirty="0"/>
            </a:p>
          </p:txBody>
        </p:sp>
      </p:grpSp>
      <p:grpSp>
        <p:nvGrpSpPr>
          <p:cNvPr id="95" name="Group 94">
            <a:extLst>
              <a:ext uri="{FF2B5EF4-FFF2-40B4-BE49-F238E27FC236}">
                <a16:creationId xmlns:a16="http://schemas.microsoft.com/office/drawing/2014/main" id="{D6119FE2-7A4D-ED1A-C98B-AC742EFAF7AE}"/>
              </a:ext>
            </a:extLst>
          </p:cNvPr>
          <p:cNvGrpSpPr/>
          <p:nvPr/>
        </p:nvGrpSpPr>
        <p:grpSpPr>
          <a:xfrm>
            <a:off x="633260" y="3276600"/>
            <a:ext cx="10969559" cy="2664707"/>
            <a:chOff x="633260" y="3276600"/>
            <a:chExt cx="10969559" cy="2664707"/>
          </a:xfrm>
        </p:grpSpPr>
        <p:grpSp>
          <p:nvGrpSpPr>
            <p:cNvPr id="55" name="Group 54">
              <a:extLst>
                <a:ext uri="{FF2B5EF4-FFF2-40B4-BE49-F238E27FC236}">
                  <a16:creationId xmlns:a16="http://schemas.microsoft.com/office/drawing/2014/main" id="{ECBB47CD-9FBE-D7D0-61E6-3B61D2A3F23F}"/>
                </a:ext>
              </a:extLst>
            </p:cNvPr>
            <p:cNvGrpSpPr/>
            <p:nvPr/>
          </p:nvGrpSpPr>
          <p:grpSpPr>
            <a:xfrm>
              <a:off x="633260" y="3378313"/>
              <a:ext cx="10969559" cy="2562994"/>
              <a:chOff x="746919" y="533400"/>
              <a:chExt cx="10969559" cy="2562994"/>
            </a:xfrm>
          </p:grpSpPr>
          <p:grpSp>
            <p:nvGrpSpPr>
              <p:cNvPr id="56" name="Group 55">
                <a:extLst>
                  <a:ext uri="{FF2B5EF4-FFF2-40B4-BE49-F238E27FC236}">
                    <a16:creationId xmlns:a16="http://schemas.microsoft.com/office/drawing/2014/main" id="{68835A80-541C-6F39-87D8-F7FA799C2E4D}"/>
                  </a:ext>
                </a:extLst>
              </p:cNvPr>
              <p:cNvGrpSpPr/>
              <p:nvPr/>
            </p:nvGrpSpPr>
            <p:grpSpPr>
              <a:xfrm>
                <a:off x="746919" y="533400"/>
                <a:ext cx="10969559" cy="2562994"/>
                <a:chOff x="663490" y="914400"/>
                <a:chExt cx="10969559" cy="2562994"/>
              </a:xfrm>
            </p:grpSpPr>
            <p:sp>
              <p:nvSpPr>
                <p:cNvPr id="58" name="Flowchart: Summing Junction 57">
                  <a:extLst>
                    <a:ext uri="{FF2B5EF4-FFF2-40B4-BE49-F238E27FC236}">
                      <a16:creationId xmlns:a16="http://schemas.microsoft.com/office/drawing/2014/main" id="{19DE1E70-F839-D88E-B2AF-0A59C17E61E8}"/>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9" name="Straight Arrow Connector 58">
                  <a:extLst>
                    <a:ext uri="{FF2B5EF4-FFF2-40B4-BE49-F238E27FC236}">
                      <a16:creationId xmlns:a16="http://schemas.microsoft.com/office/drawing/2014/main" id="{61519207-7983-0D82-3C25-40C128A633AC}"/>
                    </a:ext>
                  </a:extLst>
                </p:cNvPr>
                <p:cNvCxnSpPr>
                  <a:cxnSpLocks/>
                  <a:stCxn id="58" idx="6"/>
                </p:cNvCxnSpPr>
                <p:nvPr/>
              </p:nvCxnSpPr>
              <p:spPr>
                <a:xfrm flipV="1">
                  <a:off x="2199183" y="207316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5F78068E-4633-9FE7-2A1A-E1D1365A2096}"/>
                    </a:ext>
                  </a:extLst>
                </p:cNvPr>
                <p:cNvSpPr/>
                <p:nvPr/>
              </p:nvSpPr>
              <p:spPr>
                <a:xfrm>
                  <a:off x="2665313" y="177513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1" name="Straight Arrow Connector 60">
                  <a:extLst>
                    <a:ext uri="{FF2B5EF4-FFF2-40B4-BE49-F238E27FC236}">
                      <a16:creationId xmlns:a16="http://schemas.microsoft.com/office/drawing/2014/main" id="{52B0CF63-8F41-4326-0855-5C478A61EB55}"/>
                    </a:ext>
                  </a:extLst>
                </p:cNvPr>
                <p:cNvCxnSpPr>
                  <a:cxnSpLocks/>
                </p:cNvCxnSpPr>
                <p:nvPr/>
              </p:nvCxnSpPr>
              <p:spPr>
                <a:xfrm flipV="1">
                  <a:off x="3584178" y="2073164"/>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Flowchart: Summing Junction 61">
                  <a:extLst>
                    <a:ext uri="{FF2B5EF4-FFF2-40B4-BE49-F238E27FC236}">
                      <a16:creationId xmlns:a16="http://schemas.microsoft.com/office/drawing/2014/main" id="{70A4059C-3E9D-FF39-EF9E-05EAAC516067}"/>
                    </a:ext>
                  </a:extLst>
                </p:cNvPr>
                <p:cNvSpPr/>
                <p:nvPr/>
              </p:nvSpPr>
              <p:spPr>
                <a:xfrm>
                  <a:off x="4045843" y="1842315"/>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3" name="Straight Arrow Connector 62">
                  <a:extLst>
                    <a:ext uri="{FF2B5EF4-FFF2-40B4-BE49-F238E27FC236}">
                      <a16:creationId xmlns:a16="http://schemas.microsoft.com/office/drawing/2014/main" id="{E67C0EC5-A6DB-C3E8-5473-662B0F70C3C1}"/>
                    </a:ext>
                  </a:extLst>
                </p:cNvPr>
                <p:cNvCxnSpPr>
                  <a:cxnSpLocks/>
                </p:cNvCxnSpPr>
                <p:nvPr/>
              </p:nvCxnSpPr>
              <p:spPr>
                <a:xfrm flipV="1">
                  <a:off x="4507507" y="2075775"/>
                  <a:ext cx="1620000"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738938E-68C5-CA67-8CD1-F40E59C205A3}"/>
                    </a:ext>
                  </a:extLst>
                </p:cNvPr>
                <p:cNvSpPr/>
                <p:nvPr/>
              </p:nvSpPr>
              <p:spPr>
                <a:xfrm>
                  <a:off x="6122583" y="1575616"/>
                  <a:ext cx="2045358" cy="116858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7" name="Straight Arrow Connector 66">
                  <a:extLst>
                    <a:ext uri="{FF2B5EF4-FFF2-40B4-BE49-F238E27FC236}">
                      <a16:creationId xmlns:a16="http://schemas.microsoft.com/office/drawing/2014/main" id="{973D587D-059F-C1DB-DD01-D6E688780AD5}"/>
                    </a:ext>
                  </a:extLst>
                </p:cNvPr>
                <p:cNvCxnSpPr>
                  <a:cxnSpLocks/>
                </p:cNvCxnSpPr>
                <p:nvPr/>
              </p:nvCxnSpPr>
              <p:spPr>
                <a:xfrm>
                  <a:off x="6492149" y="2133600"/>
                  <a:ext cx="1321127"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6BFC6CE-1E42-9CB9-6419-CD53A041B75F}"/>
                    </a:ext>
                  </a:extLst>
                </p:cNvPr>
                <p:cNvCxnSpPr>
                  <a:cxnSpLocks/>
                </p:cNvCxnSpPr>
                <p:nvPr/>
              </p:nvCxnSpPr>
              <p:spPr>
                <a:xfrm flipV="1">
                  <a:off x="8158797" y="2075508"/>
                  <a:ext cx="34651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4A20761-B535-7EC3-871F-710C98488E73}"/>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CDC743DA-6FE2-17BA-6FBC-0726BD2F0693}"/>
                    </a:ext>
                  </a:extLst>
                </p:cNvPr>
                <p:cNvSpPr/>
                <p:nvPr/>
              </p:nvSpPr>
              <p:spPr>
                <a:xfrm>
                  <a:off x="5928519" y="914400"/>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1" name="Straight Connector 70">
                  <a:extLst>
                    <a:ext uri="{FF2B5EF4-FFF2-40B4-BE49-F238E27FC236}">
                      <a16:creationId xmlns:a16="http://schemas.microsoft.com/office/drawing/2014/main" id="{5E24BE5A-B2AA-9470-2DD3-51D8AC6072B1}"/>
                    </a:ext>
                  </a:extLst>
                </p:cNvPr>
                <p:cNvCxnSpPr>
                  <a:cxnSpLocks/>
                  <a:stCxn id="70" idx="3"/>
                </p:cNvCxnSpPr>
                <p:nvPr/>
              </p:nvCxnSpPr>
              <p:spPr>
                <a:xfrm flipV="1">
                  <a:off x="6842919" y="1207339"/>
                  <a:ext cx="3810000" cy="5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9DFCA59-5EB7-3523-07EB-7CE40F0608CE}"/>
                    </a:ext>
                  </a:extLst>
                </p:cNvPr>
                <p:cNvCxnSpPr>
                  <a:cxnSpLocks/>
                </p:cNvCxnSpPr>
                <p:nvPr/>
              </p:nvCxnSpPr>
              <p:spPr>
                <a:xfrm>
                  <a:off x="10652919" y="1196996"/>
                  <a:ext cx="0" cy="860686"/>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4FE2763-3909-0991-42EB-516D6611DDF2}"/>
                    </a:ext>
                  </a:extLst>
                </p:cNvPr>
                <p:cNvCxnSpPr>
                  <a:cxnSpLocks/>
                </p:cNvCxnSpPr>
                <p:nvPr/>
              </p:nvCxnSpPr>
              <p:spPr>
                <a:xfrm>
                  <a:off x="4276675" y="1199095"/>
                  <a:ext cx="0" cy="641267"/>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AC225A4-F945-5257-20B9-43606260661A}"/>
                    </a:ext>
                  </a:extLst>
                </p:cNvPr>
                <p:cNvCxnSpPr>
                  <a:cxnSpLocks/>
                </p:cNvCxnSpPr>
                <p:nvPr/>
              </p:nvCxnSpPr>
              <p:spPr>
                <a:xfrm>
                  <a:off x="4276675" y="1199095"/>
                  <a:ext cx="16518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B90785-62CA-0F3A-847D-1732110DC57F}"/>
                    </a:ext>
                  </a:extLst>
                </p:cNvPr>
                <p:cNvCxnSpPr>
                  <a:cxnSpLocks/>
                </p:cNvCxnSpPr>
                <p:nvPr/>
              </p:nvCxnSpPr>
              <p:spPr>
                <a:xfrm flipV="1">
                  <a:off x="10652919" y="2073111"/>
                  <a:ext cx="0" cy="111600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FEBC98BD-3929-B962-F0DB-390E306E588C}"/>
                    </a:ext>
                  </a:extLst>
                </p:cNvPr>
                <p:cNvSpPr/>
                <p:nvPr/>
              </p:nvSpPr>
              <p:spPr>
                <a:xfrm>
                  <a:off x="5166519" y="2881343"/>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7" name="Straight Connector 76">
                  <a:extLst>
                    <a:ext uri="{FF2B5EF4-FFF2-40B4-BE49-F238E27FC236}">
                      <a16:creationId xmlns:a16="http://schemas.microsoft.com/office/drawing/2014/main" id="{A5BE6384-6A9A-9207-59F5-F00357F776A2}"/>
                    </a:ext>
                  </a:extLst>
                </p:cNvPr>
                <p:cNvCxnSpPr>
                  <a:cxnSpLocks/>
                </p:cNvCxnSpPr>
                <p:nvPr/>
              </p:nvCxnSpPr>
              <p:spPr>
                <a:xfrm flipV="1">
                  <a:off x="6080919" y="3179262"/>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A426DCC-7018-C68E-CBF1-8A7BBF5503CB}"/>
                    </a:ext>
                  </a:extLst>
                </p:cNvPr>
                <p:cNvCxnSpPr>
                  <a:cxnSpLocks/>
                </p:cNvCxnSpPr>
                <p:nvPr/>
              </p:nvCxnSpPr>
              <p:spPr>
                <a:xfrm>
                  <a:off x="1968350" y="3189111"/>
                  <a:ext cx="3215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BF652765-6806-0F18-8778-755D3D7C750B}"/>
                    </a:ext>
                  </a:extLst>
                </p:cNvPr>
                <p:cNvCxnSpPr>
                  <a:cxnSpLocks/>
                  <a:endCxn id="58" idx="4"/>
                </p:cNvCxnSpPr>
                <p:nvPr/>
              </p:nvCxnSpPr>
              <p:spPr>
                <a:xfrm flipV="1">
                  <a:off x="1968349" y="2303998"/>
                  <a:ext cx="2" cy="8851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3BCB49BB-A957-3571-1581-5C77BC2BB1F8}"/>
                    </a:ext>
                  </a:extLst>
                </p:cNvPr>
                <p:cNvSpPr txBox="1"/>
                <p:nvPr/>
              </p:nvSpPr>
              <p:spPr>
                <a:xfrm>
                  <a:off x="2878994" y="1873056"/>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81" name="TextBox 80">
                  <a:extLst>
                    <a:ext uri="{FF2B5EF4-FFF2-40B4-BE49-F238E27FC236}">
                      <a16:creationId xmlns:a16="http://schemas.microsoft.com/office/drawing/2014/main" id="{4070E25A-8B24-FF61-B4C4-50BDD078EACB}"/>
                    </a:ext>
                  </a:extLst>
                </p:cNvPr>
                <p:cNvSpPr txBox="1"/>
                <p:nvPr/>
              </p:nvSpPr>
              <p:spPr>
                <a:xfrm>
                  <a:off x="6490310" y="1688593"/>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C6AAEA59-D805-385F-5F94-E23555A74781}"/>
                    </a:ext>
                  </a:extLst>
                </p:cNvPr>
                <p:cNvSpPr txBox="1"/>
                <p:nvPr/>
              </p:nvSpPr>
              <p:spPr>
                <a:xfrm>
                  <a:off x="6779462" y="169665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83" name="TextBox 82">
                  <a:extLst>
                    <a:ext uri="{FF2B5EF4-FFF2-40B4-BE49-F238E27FC236}">
                      <a16:creationId xmlns:a16="http://schemas.microsoft.com/office/drawing/2014/main" id="{7AF8F044-FE97-8CB1-53D7-148461CA51EC}"/>
                    </a:ext>
                  </a:extLst>
                </p:cNvPr>
                <p:cNvSpPr txBox="1"/>
                <p:nvPr/>
              </p:nvSpPr>
              <p:spPr>
                <a:xfrm>
                  <a:off x="6004914" y="1016154"/>
                  <a:ext cx="991700"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X / 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84" name="TextBox 83">
                  <a:extLst>
                    <a:ext uri="{FF2B5EF4-FFF2-40B4-BE49-F238E27FC236}">
                      <a16:creationId xmlns:a16="http://schemas.microsoft.com/office/drawing/2014/main" id="{F5A7759D-E91F-65FB-3EA1-F0B7B208F7BF}"/>
                    </a:ext>
                  </a:extLst>
                </p:cNvPr>
                <p:cNvSpPr txBox="1"/>
                <p:nvPr/>
              </p:nvSpPr>
              <p:spPr>
                <a:xfrm>
                  <a:off x="5398420" y="297496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1CF9E95D-6CAB-FBDC-607F-4C0C79D12105}"/>
                    </a:ext>
                  </a:extLst>
                </p:cNvPr>
                <p:cNvSpPr txBox="1"/>
                <p:nvPr/>
              </p:nvSpPr>
              <p:spPr>
                <a:xfrm>
                  <a:off x="8435898" y="2877500"/>
                  <a:ext cx="560171" cy="297517"/>
                </a:xfrm>
                <a:prstGeom prst="rect">
                  <a:avLst/>
                </a:prstGeom>
                <a:noFill/>
              </p:spPr>
              <p:txBody>
                <a:bodyPr wrap="square" rtlCol="0">
                  <a:spAutoFit/>
                </a:bodyPr>
                <a:lstStyle/>
                <a:p>
                  <a:endParaRPr lang="en-IN" sz="2000" baseline="-25000" dirty="0">
                    <a:latin typeface="Times New Roman" panose="02020603050405020304" pitchFamily="18" charset="0"/>
                    <a:cs typeface="Times New Roman" panose="02020603050405020304" pitchFamily="18" charset="0"/>
                  </a:endParaRPr>
                </a:p>
              </p:txBody>
            </p:sp>
            <p:sp>
              <p:nvSpPr>
                <p:cNvPr id="86" name="TextBox 85">
                  <a:extLst>
                    <a:ext uri="{FF2B5EF4-FFF2-40B4-BE49-F238E27FC236}">
                      <a16:creationId xmlns:a16="http://schemas.microsoft.com/office/drawing/2014/main" id="{F5181F6A-8D11-BCB5-F361-32778292B8DD}"/>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87" name="TextBox 86">
                  <a:extLst>
                    <a:ext uri="{FF2B5EF4-FFF2-40B4-BE49-F238E27FC236}">
                      <a16:creationId xmlns:a16="http://schemas.microsoft.com/office/drawing/2014/main" id="{922971D2-B1F3-BCF1-17D0-23F13409FA1A}"/>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88" name="TextBox 87">
                  <a:extLst>
                    <a:ext uri="{FF2B5EF4-FFF2-40B4-BE49-F238E27FC236}">
                      <a16:creationId xmlns:a16="http://schemas.microsoft.com/office/drawing/2014/main" id="{0B39C3A0-D1E8-1D0A-2092-8AA5BF05BFFC}"/>
                    </a:ext>
                  </a:extLst>
                </p:cNvPr>
                <p:cNvSpPr txBox="1"/>
                <p:nvPr/>
              </p:nvSpPr>
              <p:spPr>
                <a:xfrm>
                  <a:off x="3760951" y="1707160"/>
                  <a:ext cx="245557" cy="400110"/>
                </a:xfrm>
                <a:prstGeom prst="rect">
                  <a:avLst/>
                </a:prstGeom>
                <a:noFill/>
              </p:spPr>
              <p:txBody>
                <a:bodyPr wrap="square" rtlCol="0">
                  <a:spAutoFit/>
                </a:bodyPr>
                <a:lstStyle/>
                <a:p>
                  <a:r>
                    <a:rPr lang="en-US" sz="2000" b="1" dirty="0"/>
                    <a:t>+</a:t>
                  </a:r>
                  <a:endParaRPr lang="en-IN" sz="2000" b="1" dirty="0"/>
                </a:p>
              </p:txBody>
            </p:sp>
            <p:sp>
              <p:nvSpPr>
                <p:cNvPr id="89" name="TextBox 88">
                  <a:extLst>
                    <a:ext uri="{FF2B5EF4-FFF2-40B4-BE49-F238E27FC236}">
                      <a16:creationId xmlns:a16="http://schemas.microsoft.com/office/drawing/2014/main" id="{C1677595-4139-E86F-8B9C-4F86763696E9}"/>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90" name="TextBox 89">
                  <a:extLst>
                    <a:ext uri="{FF2B5EF4-FFF2-40B4-BE49-F238E27FC236}">
                      <a16:creationId xmlns:a16="http://schemas.microsoft.com/office/drawing/2014/main" id="{2B6E16BD-9F08-7032-CBE5-678E78852C56}"/>
                    </a:ext>
                  </a:extLst>
                </p:cNvPr>
                <p:cNvSpPr txBox="1"/>
                <p:nvPr/>
              </p:nvSpPr>
              <p:spPr>
                <a:xfrm>
                  <a:off x="4293670" y="1493248"/>
                  <a:ext cx="245557" cy="400110"/>
                </a:xfrm>
                <a:prstGeom prst="rect">
                  <a:avLst/>
                </a:prstGeom>
                <a:noFill/>
              </p:spPr>
              <p:txBody>
                <a:bodyPr wrap="square" rtlCol="0">
                  <a:spAutoFit/>
                </a:bodyPr>
                <a:lstStyle/>
                <a:p>
                  <a:r>
                    <a:rPr lang="en-US" sz="2000" b="1" dirty="0"/>
                    <a:t>-</a:t>
                  </a:r>
                  <a:endParaRPr lang="en-IN" sz="2000" b="1" dirty="0"/>
                </a:p>
              </p:txBody>
            </p:sp>
            <p:sp>
              <p:nvSpPr>
                <p:cNvPr id="91" name="TextBox 90">
                  <a:extLst>
                    <a:ext uri="{FF2B5EF4-FFF2-40B4-BE49-F238E27FC236}">
                      <a16:creationId xmlns:a16="http://schemas.microsoft.com/office/drawing/2014/main" id="{179EA7A7-76A7-7051-0323-FE9B4B7A00FA}"/>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sp>
            <p:nvSpPr>
              <p:cNvPr id="57" name="TextBox 56">
                <a:extLst>
                  <a:ext uri="{FF2B5EF4-FFF2-40B4-BE49-F238E27FC236}">
                    <a16:creationId xmlns:a16="http://schemas.microsoft.com/office/drawing/2014/main" id="{536FC087-694B-C589-BA02-7C3C4DDE5D9D}"/>
                  </a:ext>
                </a:extLst>
              </p:cNvPr>
              <p:cNvSpPr txBox="1"/>
              <p:nvPr/>
            </p:nvSpPr>
            <p:spPr>
              <a:xfrm>
                <a:off x="6540628" y="1790215"/>
                <a:ext cx="1579575"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t> </a:t>
                </a:r>
                <a:endParaRPr lang="en-IN" dirty="0"/>
              </a:p>
            </p:txBody>
          </p:sp>
        </p:grpSp>
        <p:sp>
          <p:nvSpPr>
            <p:cNvPr id="94" name="Rectangle 93">
              <a:extLst>
                <a:ext uri="{FF2B5EF4-FFF2-40B4-BE49-F238E27FC236}">
                  <a16:creationId xmlns:a16="http://schemas.microsoft.com/office/drawing/2014/main" id="{F9C5E153-BCA4-CE4B-E62C-5C9BE11D0E0E}"/>
                </a:ext>
              </a:extLst>
            </p:cNvPr>
            <p:cNvSpPr/>
            <p:nvPr/>
          </p:nvSpPr>
          <p:spPr>
            <a:xfrm>
              <a:off x="5593489" y="3276600"/>
              <a:ext cx="3372340" cy="2048740"/>
            </a:xfrm>
            <a:prstGeom prst="rect">
              <a:avLst/>
            </a:prstGeom>
            <a:noFill/>
            <a:ln>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841227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EA3FB-4963-77E4-82E8-508051A180B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D512232-0621-B714-A145-3BFC11577355}"/>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29DE5964-C251-D75D-D6EB-5915C7B9ED2B}"/>
              </a:ext>
            </a:extLst>
          </p:cNvPr>
          <p:cNvSpPr>
            <a:spLocks noGrp="1"/>
          </p:cNvSpPr>
          <p:nvPr>
            <p:ph type="sldNum" sz="quarter" idx="12"/>
          </p:nvPr>
        </p:nvSpPr>
        <p:spPr/>
        <p:txBody>
          <a:bodyPr/>
          <a:lstStyle/>
          <a:p>
            <a:fld id="{DFFB4172-2071-4B6D-9A3C-0848A49D4CBF}" type="slidenum">
              <a:rPr lang="en-US" smtClean="0"/>
              <a:pPr/>
              <a:t>36</a:t>
            </a:fld>
            <a:endParaRPr lang="en-US"/>
          </a:p>
        </p:txBody>
      </p:sp>
      <p:grpSp>
        <p:nvGrpSpPr>
          <p:cNvPr id="2" name="Group 1">
            <a:extLst>
              <a:ext uri="{FF2B5EF4-FFF2-40B4-BE49-F238E27FC236}">
                <a16:creationId xmlns:a16="http://schemas.microsoft.com/office/drawing/2014/main" id="{C55B8DCF-5572-F918-0230-F33C27ACF669}"/>
              </a:ext>
            </a:extLst>
          </p:cNvPr>
          <p:cNvGrpSpPr/>
          <p:nvPr/>
        </p:nvGrpSpPr>
        <p:grpSpPr>
          <a:xfrm>
            <a:off x="596139" y="533400"/>
            <a:ext cx="10969559" cy="2664707"/>
            <a:chOff x="633260" y="3276600"/>
            <a:chExt cx="10969559" cy="2664707"/>
          </a:xfrm>
        </p:grpSpPr>
        <p:grpSp>
          <p:nvGrpSpPr>
            <p:cNvPr id="3" name="Group 2">
              <a:extLst>
                <a:ext uri="{FF2B5EF4-FFF2-40B4-BE49-F238E27FC236}">
                  <a16:creationId xmlns:a16="http://schemas.microsoft.com/office/drawing/2014/main" id="{3E4C12CE-ADCE-B440-0F7E-7AC6238C2232}"/>
                </a:ext>
              </a:extLst>
            </p:cNvPr>
            <p:cNvGrpSpPr/>
            <p:nvPr/>
          </p:nvGrpSpPr>
          <p:grpSpPr>
            <a:xfrm>
              <a:off x="633260" y="3378313"/>
              <a:ext cx="10969559" cy="2562994"/>
              <a:chOff x="746919" y="533400"/>
              <a:chExt cx="10969559" cy="2562994"/>
            </a:xfrm>
          </p:grpSpPr>
          <p:grpSp>
            <p:nvGrpSpPr>
              <p:cNvPr id="7" name="Group 6">
                <a:extLst>
                  <a:ext uri="{FF2B5EF4-FFF2-40B4-BE49-F238E27FC236}">
                    <a16:creationId xmlns:a16="http://schemas.microsoft.com/office/drawing/2014/main" id="{519E3C6E-802F-7D2B-83E9-109C0A8E6EA0}"/>
                  </a:ext>
                </a:extLst>
              </p:cNvPr>
              <p:cNvGrpSpPr/>
              <p:nvPr/>
            </p:nvGrpSpPr>
            <p:grpSpPr>
              <a:xfrm>
                <a:off x="746919" y="533400"/>
                <a:ext cx="10969559" cy="2562994"/>
                <a:chOff x="663490" y="914400"/>
                <a:chExt cx="10969559" cy="2562994"/>
              </a:xfrm>
            </p:grpSpPr>
            <p:sp>
              <p:nvSpPr>
                <p:cNvPr id="9" name="Flowchart: Summing Junction 8">
                  <a:extLst>
                    <a:ext uri="{FF2B5EF4-FFF2-40B4-BE49-F238E27FC236}">
                      <a16:creationId xmlns:a16="http://schemas.microsoft.com/office/drawing/2014/main" id="{CCBB45AB-BFCC-4D87-27A4-8691F12FE8C3}"/>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3C30CF44-81D3-08FB-7ED6-25B15550700C}"/>
                    </a:ext>
                  </a:extLst>
                </p:cNvPr>
                <p:cNvCxnSpPr>
                  <a:cxnSpLocks/>
                  <a:stCxn id="9" idx="6"/>
                </p:cNvCxnSpPr>
                <p:nvPr/>
              </p:nvCxnSpPr>
              <p:spPr>
                <a:xfrm flipV="1">
                  <a:off x="2199183" y="207316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5B02F39-5903-26BC-C1D3-FE007788EBB5}"/>
                    </a:ext>
                  </a:extLst>
                </p:cNvPr>
                <p:cNvSpPr/>
                <p:nvPr/>
              </p:nvSpPr>
              <p:spPr>
                <a:xfrm>
                  <a:off x="2665313" y="177513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DAED67BF-A8D0-E9B4-CE8B-7269C30DFE06}"/>
                    </a:ext>
                  </a:extLst>
                </p:cNvPr>
                <p:cNvCxnSpPr>
                  <a:cxnSpLocks/>
                </p:cNvCxnSpPr>
                <p:nvPr/>
              </p:nvCxnSpPr>
              <p:spPr>
                <a:xfrm flipV="1">
                  <a:off x="3584178" y="2073164"/>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Summing Junction 12">
                  <a:extLst>
                    <a:ext uri="{FF2B5EF4-FFF2-40B4-BE49-F238E27FC236}">
                      <a16:creationId xmlns:a16="http://schemas.microsoft.com/office/drawing/2014/main" id="{7713938E-36E5-DCAA-21FF-E1FFD544C776}"/>
                    </a:ext>
                  </a:extLst>
                </p:cNvPr>
                <p:cNvSpPr/>
                <p:nvPr/>
              </p:nvSpPr>
              <p:spPr>
                <a:xfrm>
                  <a:off x="4045843" y="1842315"/>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6B30C224-0A76-775C-992D-81CE58078C68}"/>
                    </a:ext>
                  </a:extLst>
                </p:cNvPr>
                <p:cNvCxnSpPr>
                  <a:cxnSpLocks/>
                </p:cNvCxnSpPr>
                <p:nvPr/>
              </p:nvCxnSpPr>
              <p:spPr>
                <a:xfrm flipV="1">
                  <a:off x="4507507" y="2075775"/>
                  <a:ext cx="1620000"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AD1D531-03BB-F1A4-62DD-D993A03A9B8A}"/>
                    </a:ext>
                  </a:extLst>
                </p:cNvPr>
                <p:cNvSpPr/>
                <p:nvPr/>
              </p:nvSpPr>
              <p:spPr>
                <a:xfrm>
                  <a:off x="6122583" y="1575616"/>
                  <a:ext cx="2045358" cy="116858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7A77A892-3408-70C5-7E86-5D9CB58C5CA7}"/>
                    </a:ext>
                  </a:extLst>
                </p:cNvPr>
                <p:cNvCxnSpPr>
                  <a:cxnSpLocks/>
                </p:cNvCxnSpPr>
                <p:nvPr/>
              </p:nvCxnSpPr>
              <p:spPr>
                <a:xfrm>
                  <a:off x="6492149" y="2133600"/>
                  <a:ext cx="1321127"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F268E07-F7C6-A57E-5446-E9061AE96203}"/>
                    </a:ext>
                  </a:extLst>
                </p:cNvPr>
                <p:cNvCxnSpPr>
                  <a:cxnSpLocks/>
                </p:cNvCxnSpPr>
                <p:nvPr/>
              </p:nvCxnSpPr>
              <p:spPr>
                <a:xfrm flipV="1">
                  <a:off x="8158797" y="2075508"/>
                  <a:ext cx="34651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D06E4E-E699-594E-5D88-98E5917E5BA7}"/>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940E984-349E-6A96-8A75-C73970B9D842}"/>
                    </a:ext>
                  </a:extLst>
                </p:cNvPr>
                <p:cNvSpPr/>
                <p:nvPr/>
              </p:nvSpPr>
              <p:spPr>
                <a:xfrm>
                  <a:off x="5928519" y="914400"/>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C6ACEE40-96E6-6F91-33EB-F3CC6568B5E3}"/>
                    </a:ext>
                  </a:extLst>
                </p:cNvPr>
                <p:cNvCxnSpPr>
                  <a:cxnSpLocks/>
                  <a:stCxn id="19" idx="3"/>
                </p:cNvCxnSpPr>
                <p:nvPr/>
              </p:nvCxnSpPr>
              <p:spPr>
                <a:xfrm flipV="1">
                  <a:off x="6842919" y="1207339"/>
                  <a:ext cx="3810000" cy="5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1407D0D-F236-7390-3555-5DE5FC16BFE5}"/>
                    </a:ext>
                  </a:extLst>
                </p:cNvPr>
                <p:cNvCxnSpPr>
                  <a:cxnSpLocks/>
                </p:cNvCxnSpPr>
                <p:nvPr/>
              </p:nvCxnSpPr>
              <p:spPr>
                <a:xfrm>
                  <a:off x="10652919" y="1196996"/>
                  <a:ext cx="0" cy="860686"/>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6992A98-8886-596E-19DA-D1ED8598E082}"/>
                    </a:ext>
                  </a:extLst>
                </p:cNvPr>
                <p:cNvCxnSpPr>
                  <a:cxnSpLocks/>
                </p:cNvCxnSpPr>
                <p:nvPr/>
              </p:nvCxnSpPr>
              <p:spPr>
                <a:xfrm>
                  <a:off x="4276675" y="1199095"/>
                  <a:ext cx="0" cy="641267"/>
                </a:xfrm>
                <a:prstGeom prst="line">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F125508-6243-AED5-FD14-5ED9F929694D}"/>
                    </a:ext>
                  </a:extLst>
                </p:cNvPr>
                <p:cNvCxnSpPr>
                  <a:cxnSpLocks/>
                </p:cNvCxnSpPr>
                <p:nvPr/>
              </p:nvCxnSpPr>
              <p:spPr>
                <a:xfrm>
                  <a:off x="4276675" y="1199095"/>
                  <a:ext cx="16518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4F30E8-05EF-C792-1667-E04EB7A85AC9}"/>
                    </a:ext>
                  </a:extLst>
                </p:cNvPr>
                <p:cNvCxnSpPr>
                  <a:cxnSpLocks/>
                </p:cNvCxnSpPr>
                <p:nvPr/>
              </p:nvCxnSpPr>
              <p:spPr>
                <a:xfrm flipV="1">
                  <a:off x="10652919" y="2073111"/>
                  <a:ext cx="0" cy="111600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E974AD5E-3E89-1781-C1F9-27DCAD9C92A0}"/>
                    </a:ext>
                  </a:extLst>
                </p:cNvPr>
                <p:cNvSpPr/>
                <p:nvPr/>
              </p:nvSpPr>
              <p:spPr>
                <a:xfrm>
                  <a:off x="5166519" y="2881343"/>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5DFEE602-5245-BD2F-DAA5-F8678E4AD2BB}"/>
                    </a:ext>
                  </a:extLst>
                </p:cNvPr>
                <p:cNvCxnSpPr>
                  <a:cxnSpLocks/>
                </p:cNvCxnSpPr>
                <p:nvPr/>
              </p:nvCxnSpPr>
              <p:spPr>
                <a:xfrm flipV="1">
                  <a:off x="6080919" y="3179262"/>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0B74AE1-43F6-48FD-D1AA-3065E97ED460}"/>
                    </a:ext>
                  </a:extLst>
                </p:cNvPr>
                <p:cNvCxnSpPr>
                  <a:cxnSpLocks/>
                </p:cNvCxnSpPr>
                <p:nvPr/>
              </p:nvCxnSpPr>
              <p:spPr>
                <a:xfrm>
                  <a:off x="1968350" y="3189111"/>
                  <a:ext cx="3215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235B4DF-9ABF-E5BC-350D-041E868C06C8}"/>
                    </a:ext>
                  </a:extLst>
                </p:cNvPr>
                <p:cNvCxnSpPr>
                  <a:cxnSpLocks/>
                  <a:endCxn id="9" idx="4"/>
                </p:cNvCxnSpPr>
                <p:nvPr/>
              </p:nvCxnSpPr>
              <p:spPr>
                <a:xfrm flipV="1">
                  <a:off x="1968349" y="2303998"/>
                  <a:ext cx="2" cy="8851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C55A8BA-8FFE-33DF-13EF-66EA0058ADFB}"/>
                    </a:ext>
                  </a:extLst>
                </p:cNvPr>
                <p:cNvSpPr txBox="1"/>
                <p:nvPr/>
              </p:nvSpPr>
              <p:spPr>
                <a:xfrm>
                  <a:off x="2878994" y="1873056"/>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6105794F-00A9-82F5-8B8B-B610F4C3A546}"/>
                    </a:ext>
                  </a:extLst>
                </p:cNvPr>
                <p:cNvSpPr txBox="1"/>
                <p:nvPr/>
              </p:nvSpPr>
              <p:spPr>
                <a:xfrm>
                  <a:off x="6490310" y="1688593"/>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56AE98FA-B913-7B41-6645-42826D314371}"/>
                    </a:ext>
                  </a:extLst>
                </p:cNvPr>
                <p:cNvSpPr txBox="1"/>
                <p:nvPr/>
              </p:nvSpPr>
              <p:spPr>
                <a:xfrm>
                  <a:off x="6779462" y="169665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BEBEF266-CD02-1A25-E385-257862086AE5}"/>
                    </a:ext>
                  </a:extLst>
                </p:cNvPr>
                <p:cNvSpPr txBox="1"/>
                <p:nvPr/>
              </p:nvSpPr>
              <p:spPr>
                <a:xfrm>
                  <a:off x="6004914" y="1016154"/>
                  <a:ext cx="991700"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X / 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F80048B3-DAB7-562D-2DE6-8712223DFF63}"/>
                    </a:ext>
                  </a:extLst>
                </p:cNvPr>
                <p:cNvSpPr txBox="1"/>
                <p:nvPr/>
              </p:nvSpPr>
              <p:spPr>
                <a:xfrm>
                  <a:off x="5398420" y="297496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0908587B-F3B6-2130-7D4B-8D24051A6215}"/>
                    </a:ext>
                  </a:extLst>
                </p:cNvPr>
                <p:cNvSpPr txBox="1"/>
                <p:nvPr/>
              </p:nvSpPr>
              <p:spPr>
                <a:xfrm>
                  <a:off x="8435898" y="2877500"/>
                  <a:ext cx="560171" cy="297517"/>
                </a:xfrm>
                <a:prstGeom prst="rect">
                  <a:avLst/>
                </a:prstGeom>
                <a:noFill/>
              </p:spPr>
              <p:txBody>
                <a:bodyPr wrap="square" rtlCol="0">
                  <a:spAutoFit/>
                </a:bodyPr>
                <a:lstStyle/>
                <a:p>
                  <a:endParaRPr lang="en-IN" sz="2000" baseline="-25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2A965533-9B67-D5ED-8231-C4B2BE8BB6D6}"/>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E189D048-F7C2-C00F-44CE-1E7DC84F24A7}"/>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1A6BA599-44DA-5B8D-9C7B-15799DD243FC}"/>
                    </a:ext>
                  </a:extLst>
                </p:cNvPr>
                <p:cNvSpPr txBox="1"/>
                <p:nvPr/>
              </p:nvSpPr>
              <p:spPr>
                <a:xfrm>
                  <a:off x="3760951" y="1707160"/>
                  <a:ext cx="245557" cy="400110"/>
                </a:xfrm>
                <a:prstGeom prst="rect">
                  <a:avLst/>
                </a:prstGeom>
                <a:noFill/>
              </p:spPr>
              <p:txBody>
                <a:bodyPr wrap="square" rtlCol="0">
                  <a:spAutoFit/>
                </a:bodyPr>
                <a:lstStyle/>
                <a:p>
                  <a:r>
                    <a:rPr lang="en-US" sz="2000" b="1" dirty="0"/>
                    <a:t>+</a:t>
                  </a:r>
                  <a:endParaRPr lang="en-IN" sz="2000" b="1" dirty="0"/>
                </a:p>
              </p:txBody>
            </p:sp>
            <p:sp>
              <p:nvSpPr>
                <p:cNvPr id="38" name="TextBox 37">
                  <a:extLst>
                    <a:ext uri="{FF2B5EF4-FFF2-40B4-BE49-F238E27FC236}">
                      <a16:creationId xmlns:a16="http://schemas.microsoft.com/office/drawing/2014/main" id="{B49DA55B-A6B7-1BA8-D2F2-121A498911FA}"/>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39" name="TextBox 38">
                  <a:extLst>
                    <a:ext uri="{FF2B5EF4-FFF2-40B4-BE49-F238E27FC236}">
                      <a16:creationId xmlns:a16="http://schemas.microsoft.com/office/drawing/2014/main" id="{FF33985C-59ED-8B8D-F033-A9F53D141A65}"/>
                    </a:ext>
                  </a:extLst>
                </p:cNvPr>
                <p:cNvSpPr txBox="1"/>
                <p:nvPr/>
              </p:nvSpPr>
              <p:spPr>
                <a:xfrm>
                  <a:off x="4293670" y="1493248"/>
                  <a:ext cx="245557" cy="400110"/>
                </a:xfrm>
                <a:prstGeom prst="rect">
                  <a:avLst/>
                </a:prstGeom>
                <a:noFill/>
              </p:spPr>
              <p:txBody>
                <a:bodyPr wrap="square" rtlCol="0">
                  <a:spAutoFit/>
                </a:bodyPr>
                <a:lstStyle/>
                <a:p>
                  <a:r>
                    <a:rPr lang="en-US" sz="2000" b="1" dirty="0"/>
                    <a:t>-</a:t>
                  </a:r>
                  <a:endParaRPr lang="en-IN" sz="2000" b="1" dirty="0"/>
                </a:p>
              </p:txBody>
            </p:sp>
            <p:sp>
              <p:nvSpPr>
                <p:cNvPr id="40" name="TextBox 39">
                  <a:extLst>
                    <a:ext uri="{FF2B5EF4-FFF2-40B4-BE49-F238E27FC236}">
                      <a16:creationId xmlns:a16="http://schemas.microsoft.com/office/drawing/2014/main" id="{2253C338-14FA-D5F5-A451-F937F0FDF7DF}"/>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sp>
            <p:nvSpPr>
              <p:cNvPr id="8" name="TextBox 7">
                <a:extLst>
                  <a:ext uri="{FF2B5EF4-FFF2-40B4-BE49-F238E27FC236}">
                    <a16:creationId xmlns:a16="http://schemas.microsoft.com/office/drawing/2014/main" id="{EBBB631F-4E36-D297-963F-876FED62FC05}"/>
                  </a:ext>
                </a:extLst>
              </p:cNvPr>
              <p:cNvSpPr txBox="1"/>
              <p:nvPr/>
            </p:nvSpPr>
            <p:spPr>
              <a:xfrm>
                <a:off x="6540628" y="1790215"/>
                <a:ext cx="1579575"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t> </a:t>
                </a:r>
                <a:endParaRPr lang="en-IN" dirty="0"/>
              </a:p>
            </p:txBody>
          </p:sp>
        </p:grpSp>
        <p:sp>
          <p:nvSpPr>
            <p:cNvPr id="6" name="Rectangle 5">
              <a:extLst>
                <a:ext uri="{FF2B5EF4-FFF2-40B4-BE49-F238E27FC236}">
                  <a16:creationId xmlns:a16="http://schemas.microsoft.com/office/drawing/2014/main" id="{A5F1693C-CD5A-F89B-8DE1-6B21E9B4BBBE}"/>
                </a:ext>
              </a:extLst>
            </p:cNvPr>
            <p:cNvSpPr/>
            <p:nvPr/>
          </p:nvSpPr>
          <p:spPr>
            <a:xfrm>
              <a:off x="5593489" y="3276600"/>
              <a:ext cx="3372340" cy="2048740"/>
            </a:xfrm>
            <a:prstGeom prst="rect">
              <a:avLst/>
            </a:prstGeom>
            <a:noFill/>
            <a:ln>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7" name="Group 66">
            <a:extLst>
              <a:ext uri="{FF2B5EF4-FFF2-40B4-BE49-F238E27FC236}">
                <a16:creationId xmlns:a16="http://schemas.microsoft.com/office/drawing/2014/main" id="{CE82D952-1B4E-FA9B-3601-AC531A21AAAB}"/>
              </a:ext>
            </a:extLst>
          </p:cNvPr>
          <p:cNvGrpSpPr/>
          <p:nvPr/>
        </p:nvGrpSpPr>
        <p:grpSpPr>
          <a:xfrm>
            <a:off x="596139" y="3256583"/>
            <a:ext cx="8627120" cy="1804014"/>
            <a:chOff x="1958446" y="3341282"/>
            <a:chExt cx="8627120" cy="1804014"/>
          </a:xfrm>
        </p:grpSpPr>
        <p:grpSp>
          <p:nvGrpSpPr>
            <p:cNvPr id="46" name="Group 45">
              <a:extLst>
                <a:ext uri="{FF2B5EF4-FFF2-40B4-BE49-F238E27FC236}">
                  <a16:creationId xmlns:a16="http://schemas.microsoft.com/office/drawing/2014/main" id="{8217281B-C367-1A1A-08E2-A5BA19141C46}"/>
                </a:ext>
              </a:extLst>
            </p:cNvPr>
            <p:cNvGrpSpPr/>
            <p:nvPr/>
          </p:nvGrpSpPr>
          <p:grpSpPr>
            <a:xfrm>
              <a:off x="2854792" y="3341282"/>
              <a:ext cx="1651927" cy="851954"/>
              <a:chOff x="2854792" y="3341282"/>
              <a:chExt cx="1651927" cy="851954"/>
            </a:xfrm>
          </p:grpSpPr>
          <p:cxnSp>
            <p:nvCxnSpPr>
              <p:cNvPr id="41" name="Straight Arrow Connector 40">
                <a:extLst>
                  <a:ext uri="{FF2B5EF4-FFF2-40B4-BE49-F238E27FC236}">
                    <a16:creationId xmlns:a16="http://schemas.microsoft.com/office/drawing/2014/main" id="{DD873234-83CF-2361-6F13-556FAAAD2FAC}"/>
                  </a:ext>
                </a:extLst>
              </p:cNvPr>
              <p:cNvCxnSpPr>
                <a:cxnSpLocks/>
              </p:cNvCxnSpPr>
              <p:nvPr/>
            </p:nvCxnSpPr>
            <p:spPr>
              <a:xfrm>
                <a:off x="2854792" y="3786289"/>
                <a:ext cx="1321127"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C5B032D-8695-51AF-2F4E-05DC71200725}"/>
                  </a:ext>
                </a:extLst>
              </p:cNvPr>
              <p:cNvSpPr txBox="1"/>
              <p:nvPr/>
            </p:nvSpPr>
            <p:spPr>
              <a:xfrm>
                <a:off x="2960255" y="334128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A4964786-948D-BA06-C6B6-4081C2B7FEC5}"/>
                  </a:ext>
                </a:extLst>
              </p:cNvPr>
              <p:cNvSpPr txBox="1"/>
              <p:nvPr/>
            </p:nvSpPr>
            <p:spPr>
              <a:xfrm>
                <a:off x="3249407" y="3349339"/>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D8D6BBFF-D4E1-F572-3009-F1EA6840EC45}"/>
                  </a:ext>
                </a:extLst>
              </p:cNvPr>
              <p:cNvSpPr txBox="1"/>
              <p:nvPr/>
            </p:nvSpPr>
            <p:spPr>
              <a:xfrm>
                <a:off x="2927144" y="3823904"/>
                <a:ext cx="1579575"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t> </a:t>
                </a:r>
                <a:endParaRPr lang="en-IN" dirty="0"/>
              </a:p>
            </p:txBody>
          </p:sp>
        </p:grpSp>
        <p:cxnSp>
          <p:nvCxnSpPr>
            <p:cNvPr id="45" name="Straight Arrow Connector 44">
              <a:extLst>
                <a:ext uri="{FF2B5EF4-FFF2-40B4-BE49-F238E27FC236}">
                  <a16:creationId xmlns:a16="http://schemas.microsoft.com/office/drawing/2014/main" id="{52B0EBA4-8462-61C8-D029-95CA2661E952}"/>
                </a:ext>
              </a:extLst>
            </p:cNvPr>
            <p:cNvCxnSpPr>
              <a:cxnSpLocks/>
            </p:cNvCxnSpPr>
            <p:nvPr/>
          </p:nvCxnSpPr>
          <p:spPr>
            <a:xfrm>
              <a:off x="1958446" y="4206374"/>
              <a:ext cx="3276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D85546DE-7882-0468-A7BD-E908238C6EAA}"/>
                </a:ext>
              </a:extLst>
            </p:cNvPr>
            <p:cNvGrpSpPr/>
            <p:nvPr/>
          </p:nvGrpSpPr>
          <p:grpSpPr>
            <a:xfrm>
              <a:off x="2698879" y="4293342"/>
              <a:ext cx="2125011" cy="851954"/>
              <a:chOff x="2698879" y="4293342"/>
              <a:chExt cx="2125011" cy="851954"/>
            </a:xfrm>
          </p:grpSpPr>
          <p:grpSp>
            <p:nvGrpSpPr>
              <p:cNvPr id="47" name="Group 46">
                <a:extLst>
                  <a:ext uri="{FF2B5EF4-FFF2-40B4-BE49-F238E27FC236}">
                    <a16:creationId xmlns:a16="http://schemas.microsoft.com/office/drawing/2014/main" id="{B9399D9D-822C-C9DD-F99B-9F8BE82F8190}"/>
                  </a:ext>
                </a:extLst>
              </p:cNvPr>
              <p:cNvGrpSpPr/>
              <p:nvPr/>
            </p:nvGrpSpPr>
            <p:grpSpPr>
              <a:xfrm>
                <a:off x="3171963" y="4293342"/>
                <a:ext cx="1651927" cy="851954"/>
                <a:chOff x="2854792" y="3341282"/>
                <a:chExt cx="1651927" cy="851954"/>
              </a:xfrm>
            </p:grpSpPr>
            <p:cxnSp>
              <p:nvCxnSpPr>
                <p:cNvPr id="48" name="Straight Arrow Connector 47">
                  <a:extLst>
                    <a:ext uri="{FF2B5EF4-FFF2-40B4-BE49-F238E27FC236}">
                      <a16:creationId xmlns:a16="http://schemas.microsoft.com/office/drawing/2014/main" id="{A41351AA-5BAE-C5A0-F597-60936D195698}"/>
                    </a:ext>
                  </a:extLst>
                </p:cNvPr>
                <p:cNvCxnSpPr>
                  <a:cxnSpLocks/>
                </p:cNvCxnSpPr>
                <p:nvPr/>
              </p:nvCxnSpPr>
              <p:spPr>
                <a:xfrm>
                  <a:off x="2854792" y="3786289"/>
                  <a:ext cx="1321127"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00E7E5A-AEF2-304A-140D-DCCF710453D2}"/>
                    </a:ext>
                  </a:extLst>
                </p:cNvPr>
                <p:cNvSpPr txBox="1"/>
                <p:nvPr/>
              </p:nvSpPr>
              <p:spPr>
                <a:xfrm>
                  <a:off x="2960255" y="334128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1E6381C0-AD49-DA65-E02E-54B76E302425}"/>
                    </a:ext>
                  </a:extLst>
                </p:cNvPr>
                <p:cNvSpPr txBox="1"/>
                <p:nvPr/>
              </p:nvSpPr>
              <p:spPr>
                <a:xfrm>
                  <a:off x="3249407" y="3349339"/>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043B182F-702D-1481-30AF-12BF37DB062D}"/>
                    </a:ext>
                  </a:extLst>
                </p:cNvPr>
                <p:cNvSpPr txBox="1"/>
                <p:nvPr/>
              </p:nvSpPr>
              <p:spPr>
                <a:xfrm>
                  <a:off x="2927144" y="3823904"/>
                  <a:ext cx="1579575"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t> </a:t>
                  </a:r>
                  <a:endParaRPr lang="en-IN" dirty="0"/>
                </a:p>
              </p:txBody>
            </p:sp>
          </p:grpSp>
          <p:sp>
            <p:nvSpPr>
              <p:cNvPr id="52" name="TextBox 51">
                <a:extLst>
                  <a:ext uri="{FF2B5EF4-FFF2-40B4-BE49-F238E27FC236}">
                    <a16:creationId xmlns:a16="http://schemas.microsoft.com/office/drawing/2014/main" id="{FC58C8BA-812B-9F9D-06EF-6013D62EFB42}"/>
                  </a:ext>
                </a:extLst>
              </p:cNvPr>
              <p:cNvSpPr txBox="1"/>
              <p:nvPr/>
            </p:nvSpPr>
            <p:spPr>
              <a:xfrm>
                <a:off x="2698879" y="4512074"/>
                <a:ext cx="57846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1 +</a:t>
                </a:r>
                <a:endParaRPr lang="en-IN" sz="2000" dirty="0">
                  <a:latin typeface="Times New Roman" panose="02020603050405020304" pitchFamily="18" charset="0"/>
                  <a:cs typeface="Times New Roman" panose="02020603050405020304" pitchFamily="18" charset="0"/>
                </a:endParaRPr>
              </a:p>
            </p:txBody>
          </p:sp>
        </p:grpSp>
        <p:sp>
          <p:nvSpPr>
            <p:cNvPr id="54" name="TextBox 53">
              <a:extLst>
                <a:ext uri="{FF2B5EF4-FFF2-40B4-BE49-F238E27FC236}">
                  <a16:creationId xmlns:a16="http://schemas.microsoft.com/office/drawing/2014/main" id="{57E7FCF3-4DC7-1C0A-003B-3A4694D6D3BF}"/>
                </a:ext>
              </a:extLst>
            </p:cNvPr>
            <p:cNvSpPr txBox="1"/>
            <p:nvPr/>
          </p:nvSpPr>
          <p:spPr>
            <a:xfrm>
              <a:off x="5331069" y="4008570"/>
              <a:ext cx="36885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grpSp>
          <p:nvGrpSpPr>
            <p:cNvPr id="66" name="Group 65">
              <a:extLst>
                <a:ext uri="{FF2B5EF4-FFF2-40B4-BE49-F238E27FC236}">
                  <a16:creationId xmlns:a16="http://schemas.microsoft.com/office/drawing/2014/main" id="{AA300220-DFFE-3868-CFCF-C1C971DCF584}"/>
                </a:ext>
              </a:extLst>
            </p:cNvPr>
            <p:cNvGrpSpPr/>
            <p:nvPr/>
          </p:nvGrpSpPr>
          <p:grpSpPr>
            <a:xfrm>
              <a:off x="5664985" y="3786289"/>
              <a:ext cx="4920581" cy="932708"/>
              <a:chOff x="5664985" y="3786289"/>
              <a:chExt cx="4920581" cy="932708"/>
            </a:xfrm>
          </p:grpSpPr>
          <p:grpSp>
            <p:nvGrpSpPr>
              <p:cNvPr id="55" name="Group 54">
                <a:extLst>
                  <a:ext uri="{FF2B5EF4-FFF2-40B4-BE49-F238E27FC236}">
                    <a16:creationId xmlns:a16="http://schemas.microsoft.com/office/drawing/2014/main" id="{660D8B4F-F14B-68C0-C09A-1D5D7CAB5C4A}"/>
                  </a:ext>
                </a:extLst>
              </p:cNvPr>
              <p:cNvGrpSpPr/>
              <p:nvPr/>
            </p:nvGrpSpPr>
            <p:grpSpPr>
              <a:xfrm>
                <a:off x="5698305" y="3786289"/>
                <a:ext cx="1651927" cy="851954"/>
                <a:chOff x="2854792" y="3341282"/>
                <a:chExt cx="1651927" cy="851954"/>
              </a:xfrm>
            </p:grpSpPr>
            <p:cxnSp>
              <p:nvCxnSpPr>
                <p:cNvPr id="56" name="Straight Arrow Connector 55">
                  <a:extLst>
                    <a:ext uri="{FF2B5EF4-FFF2-40B4-BE49-F238E27FC236}">
                      <a16:creationId xmlns:a16="http://schemas.microsoft.com/office/drawing/2014/main" id="{D011C532-A809-1928-B6F4-EE788F4D5C53}"/>
                    </a:ext>
                  </a:extLst>
                </p:cNvPr>
                <p:cNvCxnSpPr>
                  <a:cxnSpLocks/>
                </p:cNvCxnSpPr>
                <p:nvPr/>
              </p:nvCxnSpPr>
              <p:spPr>
                <a:xfrm>
                  <a:off x="2854792" y="3786289"/>
                  <a:ext cx="1321127"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48604332-24D8-7183-41A7-8D668CD12D0A}"/>
                    </a:ext>
                  </a:extLst>
                </p:cNvPr>
                <p:cNvSpPr txBox="1"/>
                <p:nvPr/>
              </p:nvSpPr>
              <p:spPr>
                <a:xfrm>
                  <a:off x="2960255" y="334128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7868A044-4D32-7237-05ED-61F1FD001006}"/>
                    </a:ext>
                  </a:extLst>
                </p:cNvPr>
                <p:cNvSpPr txBox="1"/>
                <p:nvPr/>
              </p:nvSpPr>
              <p:spPr>
                <a:xfrm>
                  <a:off x="3249407" y="3349339"/>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6227F9F8-5217-CB48-D06B-EA93B808B4C0}"/>
                    </a:ext>
                  </a:extLst>
                </p:cNvPr>
                <p:cNvSpPr txBox="1"/>
                <p:nvPr/>
              </p:nvSpPr>
              <p:spPr>
                <a:xfrm>
                  <a:off x="2927144" y="3823904"/>
                  <a:ext cx="1579575"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t> </a:t>
                  </a:r>
                  <a:endParaRPr lang="en-IN" dirty="0"/>
                </a:p>
              </p:txBody>
            </p:sp>
          </p:grpSp>
          <p:cxnSp>
            <p:nvCxnSpPr>
              <p:cNvPr id="60" name="Straight Arrow Connector 59">
                <a:extLst>
                  <a:ext uri="{FF2B5EF4-FFF2-40B4-BE49-F238E27FC236}">
                    <a16:creationId xmlns:a16="http://schemas.microsoft.com/office/drawing/2014/main" id="{A66FA4E3-673C-6765-2CC0-1C276ACBBE0C}"/>
                  </a:ext>
                </a:extLst>
              </p:cNvPr>
              <p:cNvCxnSpPr>
                <a:cxnSpLocks/>
              </p:cNvCxnSpPr>
              <p:nvPr/>
            </p:nvCxnSpPr>
            <p:spPr>
              <a:xfrm>
                <a:off x="7242537" y="4228277"/>
                <a:ext cx="244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FE0C7EF4-4B54-687A-DB61-62AC2D446E6C}"/>
                  </a:ext>
                </a:extLst>
              </p:cNvPr>
              <p:cNvSpPr txBox="1"/>
              <p:nvPr/>
            </p:nvSpPr>
            <p:spPr>
              <a:xfrm>
                <a:off x="7242538" y="3823904"/>
                <a:ext cx="1473446"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endParaRPr lang="en-IN" dirty="0"/>
              </a:p>
            </p:txBody>
          </p:sp>
          <p:sp>
            <p:nvSpPr>
              <p:cNvPr id="62" name="TextBox 61">
                <a:extLst>
                  <a:ext uri="{FF2B5EF4-FFF2-40B4-BE49-F238E27FC236}">
                    <a16:creationId xmlns:a16="http://schemas.microsoft.com/office/drawing/2014/main" id="{7F8A02FD-8AB0-3A7F-022B-1510C9861EA1}"/>
                  </a:ext>
                </a:extLst>
              </p:cNvPr>
              <p:cNvSpPr txBox="1"/>
              <p:nvPr/>
            </p:nvSpPr>
            <p:spPr>
              <a:xfrm>
                <a:off x="7350232" y="4301399"/>
                <a:ext cx="3235334"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cxnSp>
            <p:nvCxnSpPr>
              <p:cNvPr id="64" name="Straight Connector 63">
                <a:extLst>
                  <a:ext uri="{FF2B5EF4-FFF2-40B4-BE49-F238E27FC236}">
                    <a16:creationId xmlns:a16="http://schemas.microsoft.com/office/drawing/2014/main" id="{D167BAD0-D0F0-098B-C74B-E511F67D5C3D}"/>
                  </a:ext>
                </a:extLst>
              </p:cNvPr>
              <p:cNvCxnSpPr/>
              <p:nvPr/>
            </p:nvCxnSpPr>
            <p:spPr>
              <a:xfrm flipV="1">
                <a:off x="7350232" y="3786289"/>
                <a:ext cx="1245287" cy="4001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3F05DC8-85DD-684A-7BA2-69B06A43CAB3}"/>
                  </a:ext>
                </a:extLst>
              </p:cNvPr>
              <p:cNvCxnSpPr/>
              <p:nvPr/>
            </p:nvCxnSpPr>
            <p:spPr>
              <a:xfrm flipV="1">
                <a:off x="5664985" y="4318887"/>
                <a:ext cx="1245287" cy="4001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73" name="Group 72">
            <a:extLst>
              <a:ext uri="{FF2B5EF4-FFF2-40B4-BE49-F238E27FC236}">
                <a16:creationId xmlns:a16="http://schemas.microsoft.com/office/drawing/2014/main" id="{EA6078F3-704B-25C0-BA40-A55D0CF6A452}"/>
              </a:ext>
            </a:extLst>
          </p:cNvPr>
          <p:cNvGrpSpPr/>
          <p:nvPr/>
        </p:nvGrpSpPr>
        <p:grpSpPr>
          <a:xfrm>
            <a:off x="8443119" y="3701590"/>
            <a:ext cx="2829000" cy="891134"/>
            <a:chOff x="8443119" y="3701590"/>
            <a:chExt cx="2829000" cy="891134"/>
          </a:xfrm>
        </p:grpSpPr>
        <p:sp>
          <p:nvSpPr>
            <p:cNvPr id="68" name="TextBox 67">
              <a:extLst>
                <a:ext uri="{FF2B5EF4-FFF2-40B4-BE49-F238E27FC236}">
                  <a16:creationId xmlns:a16="http://schemas.microsoft.com/office/drawing/2014/main" id="{552DBE26-E7F0-8132-4673-E6CE9E8D8C54}"/>
                </a:ext>
              </a:extLst>
            </p:cNvPr>
            <p:cNvSpPr txBox="1"/>
            <p:nvPr/>
          </p:nvSpPr>
          <p:spPr>
            <a:xfrm>
              <a:off x="8443119" y="3923871"/>
              <a:ext cx="6096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cxnSp>
          <p:nvCxnSpPr>
            <p:cNvPr id="69" name="Straight Arrow Connector 68">
              <a:extLst>
                <a:ext uri="{FF2B5EF4-FFF2-40B4-BE49-F238E27FC236}">
                  <a16:creationId xmlns:a16="http://schemas.microsoft.com/office/drawing/2014/main" id="{6FA4E886-B193-CFED-58FA-07CA337FDB73}"/>
                </a:ext>
              </a:extLst>
            </p:cNvPr>
            <p:cNvCxnSpPr>
              <a:cxnSpLocks/>
            </p:cNvCxnSpPr>
            <p:nvPr/>
          </p:nvCxnSpPr>
          <p:spPr>
            <a:xfrm>
              <a:off x="8824119" y="4143578"/>
              <a:ext cx="244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E253DC77-85D4-127B-DEDF-59EA8612BDF2}"/>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71" name="TextBox 70">
              <a:extLst>
                <a:ext uri="{FF2B5EF4-FFF2-40B4-BE49-F238E27FC236}">
                  <a16:creationId xmlns:a16="http://schemas.microsoft.com/office/drawing/2014/main" id="{10048D99-2E0E-72CE-79BF-41BCA9A0C195}"/>
                </a:ext>
              </a:extLst>
            </p:cNvPr>
            <p:cNvSpPr txBox="1"/>
            <p:nvPr/>
          </p:nvSpPr>
          <p:spPr>
            <a:xfrm>
              <a:off x="9366142" y="3708427"/>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72" name="TextBox 71">
              <a:extLst>
                <a:ext uri="{FF2B5EF4-FFF2-40B4-BE49-F238E27FC236}">
                  <a16:creationId xmlns:a16="http://schemas.microsoft.com/office/drawing/2014/main" id="{ACF33191-EC2B-1E52-833E-AEA85D2D046C}"/>
                </a:ext>
              </a:extLst>
            </p:cNvPr>
            <p:cNvSpPr txBox="1"/>
            <p:nvPr/>
          </p:nvSpPr>
          <p:spPr>
            <a:xfrm>
              <a:off x="8928708" y="4223392"/>
              <a:ext cx="2283687"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grpSp>
      <p:sp>
        <p:nvSpPr>
          <p:cNvPr id="74" name="TextBox 73">
            <a:extLst>
              <a:ext uri="{FF2B5EF4-FFF2-40B4-BE49-F238E27FC236}">
                <a16:creationId xmlns:a16="http://schemas.microsoft.com/office/drawing/2014/main" id="{332CA565-62AF-0457-AA85-49B6D22F919C}"/>
              </a:ext>
            </a:extLst>
          </p:cNvPr>
          <p:cNvSpPr txBox="1"/>
          <p:nvPr/>
        </p:nvSpPr>
        <p:spPr>
          <a:xfrm>
            <a:off x="3261519" y="4267200"/>
            <a:ext cx="76292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X</a:t>
            </a:r>
            <a:endParaRPr lang="en-IN"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9FAE853F-FF7D-E144-A666-14FA0DEF4747}"/>
              </a:ext>
            </a:extLst>
          </p:cNvPr>
          <p:cNvSpPr txBox="1"/>
          <p:nvPr/>
        </p:nvSpPr>
        <p:spPr>
          <a:xfrm>
            <a:off x="3294549" y="4708567"/>
            <a:ext cx="76292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a:t>
            </a:r>
            <a:endParaRPr lang="en-IN" baseline="-25000" dirty="0">
              <a:latin typeface="Times New Roman" panose="02020603050405020304" pitchFamily="18" charset="0"/>
              <a:cs typeface="Times New Roman" panose="02020603050405020304" pitchFamily="18" charset="0"/>
            </a:endParaRPr>
          </a:p>
        </p:txBody>
      </p:sp>
      <p:cxnSp>
        <p:nvCxnSpPr>
          <p:cNvPr id="77" name="Straight Connector 76">
            <a:extLst>
              <a:ext uri="{FF2B5EF4-FFF2-40B4-BE49-F238E27FC236}">
                <a16:creationId xmlns:a16="http://schemas.microsoft.com/office/drawing/2014/main" id="{31DCC822-E3FB-1384-CAF0-256900851B94}"/>
              </a:ext>
            </a:extLst>
          </p:cNvPr>
          <p:cNvCxnSpPr/>
          <p:nvPr/>
        </p:nvCxnSpPr>
        <p:spPr>
          <a:xfrm>
            <a:off x="3261519" y="4653650"/>
            <a:ext cx="6106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E46B15A-2DB6-AB61-ADD8-585C55D021DE}"/>
              </a:ext>
            </a:extLst>
          </p:cNvPr>
          <p:cNvCxnSpPr/>
          <p:nvPr/>
        </p:nvCxnSpPr>
        <p:spPr>
          <a:xfrm flipV="1">
            <a:off x="2593497" y="4368878"/>
            <a:ext cx="218146" cy="1846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60B16A7-7070-8FA9-A57A-8756A7995539}"/>
              </a:ext>
            </a:extLst>
          </p:cNvPr>
          <p:cNvCxnSpPr>
            <a:cxnSpLocks/>
          </p:cNvCxnSpPr>
          <p:nvPr/>
        </p:nvCxnSpPr>
        <p:spPr>
          <a:xfrm flipV="1">
            <a:off x="3294549" y="4792647"/>
            <a:ext cx="381462" cy="1846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37699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EA788-02A1-C3E7-A47E-78350ED02BF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0501548-AA2E-B8C0-F15F-D9DD074A7154}"/>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AA0E669E-6EC9-5714-D03F-C7B4F13D5DBE}"/>
              </a:ext>
            </a:extLst>
          </p:cNvPr>
          <p:cNvSpPr>
            <a:spLocks noGrp="1"/>
          </p:cNvSpPr>
          <p:nvPr>
            <p:ph type="sldNum" sz="quarter" idx="12"/>
          </p:nvPr>
        </p:nvSpPr>
        <p:spPr/>
        <p:txBody>
          <a:bodyPr/>
          <a:lstStyle/>
          <a:p>
            <a:fld id="{DFFB4172-2071-4B6D-9A3C-0848A49D4CBF}" type="slidenum">
              <a:rPr lang="en-US" smtClean="0"/>
              <a:pPr/>
              <a:t>37</a:t>
            </a:fld>
            <a:endParaRPr lang="en-US"/>
          </a:p>
        </p:txBody>
      </p:sp>
      <p:grpSp>
        <p:nvGrpSpPr>
          <p:cNvPr id="74" name="Group 73">
            <a:extLst>
              <a:ext uri="{FF2B5EF4-FFF2-40B4-BE49-F238E27FC236}">
                <a16:creationId xmlns:a16="http://schemas.microsoft.com/office/drawing/2014/main" id="{D4F251E4-2689-4D68-CD35-DA95DB8176EF}"/>
              </a:ext>
            </a:extLst>
          </p:cNvPr>
          <p:cNvGrpSpPr/>
          <p:nvPr/>
        </p:nvGrpSpPr>
        <p:grpSpPr>
          <a:xfrm>
            <a:off x="596139" y="625475"/>
            <a:ext cx="10969559" cy="2207507"/>
            <a:chOff x="596139" y="990600"/>
            <a:chExt cx="10969559" cy="2207507"/>
          </a:xfrm>
        </p:grpSpPr>
        <p:grpSp>
          <p:nvGrpSpPr>
            <p:cNvPr id="7" name="Group 6">
              <a:extLst>
                <a:ext uri="{FF2B5EF4-FFF2-40B4-BE49-F238E27FC236}">
                  <a16:creationId xmlns:a16="http://schemas.microsoft.com/office/drawing/2014/main" id="{9DA4C331-6EC2-40F3-4A3E-691C889A1680}"/>
                </a:ext>
              </a:extLst>
            </p:cNvPr>
            <p:cNvGrpSpPr/>
            <p:nvPr/>
          </p:nvGrpSpPr>
          <p:grpSpPr>
            <a:xfrm>
              <a:off x="596139" y="1296329"/>
              <a:ext cx="10969559" cy="1901778"/>
              <a:chOff x="663490" y="1575616"/>
              <a:chExt cx="10969559" cy="1901778"/>
            </a:xfrm>
          </p:grpSpPr>
          <p:sp>
            <p:nvSpPr>
              <p:cNvPr id="9" name="Flowchart: Summing Junction 8">
                <a:extLst>
                  <a:ext uri="{FF2B5EF4-FFF2-40B4-BE49-F238E27FC236}">
                    <a16:creationId xmlns:a16="http://schemas.microsoft.com/office/drawing/2014/main" id="{7B8D7E88-BFA0-0554-C3CC-06973B5782A4}"/>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B38C621B-C7B4-B6E9-5760-7AF6A0A7A733}"/>
                  </a:ext>
                </a:extLst>
              </p:cNvPr>
              <p:cNvCxnSpPr>
                <a:cxnSpLocks/>
                <a:stCxn id="9" idx="6"/>
              </p:cNvCxnSpPr>
              <p:nvPr/>
            </p:nvCxnSpPr>
            <p:spPr>
              <a:xfrm flipV="1">
                <a:off x="2199183" y="2073165"/>
                <a:ext cx="46166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74A65D2-B7C5-29B8-DE6C-53E48E498FE6}"/>
                  </a:ext>
                </a:extLst>
              </p:cNvPr>
              <p:cNvSpPr/>
              <p:nvPr/>
            </p:nvSpPr>
            <p:spPr>
              <a:xfrm>
                <a:off x="2665313" y="1775139"/>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253D733E-FE21-C749-A57A-EEA7EB36DFA1}"/>
                  </a:ext>
                </a:extLst>
              </p:cNvPr>
              <p:cNvCxnSpPr>
                <a:cxnSpLocks/>
              </p:cNvCxnSpPr>
              <p:nvPr/>
            </p:nvCxnSpPr>
            <p:spPr>
              <a:xfrm flipV="1">
                <a:off x="3584177" y="2073164"/>
                <a:ext cx="1368000"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B680A00-A549-37F1-4E38-DC7AB13AC62F}"/>
                  </a:ext>
                </a:extLst>
              </p:cNvPr>
              <p:cNvSpPr/>
              <p:nvPr/>
            </p:nvSpPr>
            <p:spPr>
              <a:xfrm>
                <a:off x="4952177" y="1575616"/>
                <a:ext cx="3215764" cy="116858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EF13A40F-921E-CB3C-A587-CBE6A4DBD09F}"/>
                  </a:ext>
                </a:extLst>
              </p:cNvPr>
              <p:cNvCxnSpPr>
                <a:cxnSpLocks/>
              </p:cNvCxnSpPr>
              <p:nvPr/>
            </p:nvCxnSpPr>
            <p:spPr>
              <a:xfrm flipV="1">
                <a:off x="8158797" y="2075508"/>
                <a:ext cx="34651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BBBE86E-607A-7C0C-1568-9C2BBFB3FE13}"/>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20580B6-C8AE-1B9C-2669-A6378B37C79F}"/>
                  </a:ext>
                </a:extLst>
              </p:cNvPr>
              <p:cNvCxnSpPr>
                <a:cxnSpLocks/>
              </p:cNvCxnSpPr>
              <p:nvPr/>
            </p:nvCxnSpPr>
            <p:spPr>
              <a:xfrm flipV="1">
                <a:off x="10652919" y="2073111"/>
                <a:ext cx="0" cy="111600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F6D5B817-6D7D-5632-2687-9D0AC6AFFE2F}"/>
                  </a:ext>
                </a:extLst>
              </p:cNvPr>
              <p:cNvSpPr/>
              <p:nvPr/>
            </p:nvSpPr>
            <p:spPr>
              <a:xfrm>
                <a:off x="5166519" y="2881343"/>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13E4A0B2-A5E0-D14F-71D1-8891BDC93BCC}"/>
                  </a:ext>
                </a:extLst>
              </p:cNvPr>
              <p:cNvCxnSpPr>
                <a:cxnSpLocks/>
              </p:cNvCxnSpPr>
              <p:nvPr/>
            </p:nvCxnSpPr>
            <p:spPr>
              <a:xfrm flipV="1">
                <a:off x="6080919" y="3179262"/>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70A140B-B6B3-1C67-E84F-32377A8CDB5D}"/>
                  </a:ext>
                </a:extLst>
              </p:cNvPr>
              <p:cNvCxnSpPr>
                <a:cxnSpLocks/>
              </p:cNvCxnSpPr>
              <p:nvPr/>
            </p:nvCxnSpPr>
            <p:spPr>
              <a:xfrm>
                <a:off x="1968350" y="3189111"/>
                <a:ext cx="3215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23C311E-C553-471C-275B-81E7764A7460}"/>
                  </a:ext>
                </a:extLst>
              </p:cNvPr>
              <p:cNvCxnSpPr>
                <a:cxnSpLocks/>
                <a:endCxn id="9" idx="4"/>
              </p:cNvCxnSpPr>
              <p:nvPr/>
            </p:nvCxnSpPr>
            <p:spPr>
              <a:xfrm flipV="1">
                <a:off x="1968349" y="2303998"/>
                <a:ext cx="2" cy="8851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5DF1B03-7609-916E-7088-52DE68D436CE}"/>
                  </a:ext>
                </a:extLst>
              </p:cNvPr>
              <p:cNvSpPr txBox="1"/>
              <p:nvPr/>
            </p:nvSpPr>
            <p:spPr>
              <a:xfrm>
                <a:off x="2878994" y="1873056"/>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endParaRPr lang="en-IN" sz="2000" baseline="-25000"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DF24E297-0FE9-DE36-D7D4-0EB298690884}"/>
                  </a:ext>
                </a:extLst>
              </p:cNvPr>
              <p:cNvSpPr txBox="1"/>
              <p:nvPr/>
            </p:nvSpPr>
            <p:spPr>
              <a:xfrm>
                <a:off x="5398420" y="297496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DA775CCD-F89B-6C38-BD90-26CAC6212A66}"/>
                  </a:ext>
                </a:extLst>
              </p:cNvPr>
              <p:cNvSpPr txBox="1"/>
              <p:nvPr/>
            </p:nvSpPr>
            <p:spPr>
              <a:xfrm>
                <a:off x="8435898" y="2877500"/>
                <a:ext cx="560171" cy="297517"/>
              </a:xfrm>
              <a:prstGeom prst="rect">
                <a:avLst/>
              </a:prstGeom>
              <a:noFill/>
            </p:spPr>
            <p:txBody>
              <a:bodyPr wrap="square" rtlCol="0">
                <a:spAutoFit/>
              </a:bodyPr>
              <a:lstStyle/>
              <a:p>
                <a:endParaRPr lang="en-IN" sz="2000" baseline="-25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7472E8CB-41CE-E105-70F4-94471DC4F98A}"/>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8F6EA9A5-C152-5FF6-C8C8-183FAEB208AB}"/>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C483C45A-418D-DA9A-AF05-2503ECB7B71B}"/>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40" name="TextBox 39">
                <a:extLst>
                  <a:ext uri="{FF2B5EF4-FFF2-40B4-BE49-F238E27FC236}">
                    <a16:creationId xmlns:a16="http://schemas.microsoft.com/office/drawing/2014/main" id="{DBD87BA1-0521-00B6-9176-0508450CDE9E}"/>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sp>
          <p:nvSpPr>
            <p:cNvPr id="63" name="Rectangle 62">
              <a:extLst>
                <a:ext uri="{FF2B5EF4-FFF2-40B4-BE49-F238E27FC236}">
                  <a16:creationId xmlns:a16="http://schemas.microsoft.com/office/drawing/2014/main" id="{6415B38A-C33B-6C86-586D-C9251CBB8970}"/>
                </a:ext>
              </a:extLst>
            </p:cNvPr>
            <p:cNvSpPr/>
            <p:nvPr/>
          </p:nvSpPr>
          <p:spPr>
            <a:xfrm>
              <a:off x="2362664" y="990600"/>
              <a:ext cx="6353318" cy="1607613"/>
            </a:xfrm>
            <a:prstGeom prst="rect">
              <a:avLst/>
            </a:prstGeom>
            <a:noFill/>
            <a:ln>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8" name="Group 77">
            <a:extLst>
              <a:ext uri="{FF2B5EF4-FFF2-40B4-BE49-F238E27FC236}">
                <a16:creationId xmlns:a16="http://schemas.microsoft.com/office/drawing/2014/main" id="{8E851E2A-16CD-68CE-6004-E1C031AF3570}"/>
              </a:ext>
            </a:extLst>
          </p:cNvPr>
          <p:cNvGrpSpPr/>
          <p:nvPr/>
        </p:nvGrpSpPr>
        <p:grpSpPr>
          <a:xfrm>
            <a:off x="260546" y="3494265"/>
            <a:ext cx="10969559" cy="1901778"/>
            <a:chOff x="663490" y="1575616"/>
            <a:chExt cx="10969559" cy="1901778"/>
          </a:xfrm>
        </p:grpSpPr>
        <p:sp>
          <p:nvSpPr>
            <p:cNvPr id="80" name="Flowchart: Summing Junction 79">
              <a:extLst>
                <a:ext uri="{FF2B5EF4-FFF2-40B4-BE49-F238E27FC236}">
                  <a16:creationId xmlns:a16="http://schemas.microsoft.com/office/drawing/2014/main" id="{513BD901-2A96-997F-11BA-1A28F79CB935}"/>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1" name="Straight Arrow Connector 80">
              <a:extLst>
                <a:ext uri="{FF2B5EF4-FFF2-40B4-BE49-F238E27FC236}">
                  <a16:creationId xmlns:a16="http://schemas.microsoft.com/office/drawing/2014/main" id="{63516972-BF8F-586D-E933-B8640A08DD52}"/>
                </a:ext>
              </a:extLst>
            </p:cNvPr>
            <p:cNvCxnSpPr>
              <a:cxnSpLocks/>
              <a:stCxn id="80" idx="6"/>
            </p:cNvCxnSpPr>
            <p:nvPr/>
          </p:nvCxnSpPr>
          <p:spPr>
            <a:xfrm flipV="1">
              <a:off x="2199182" y="2073165"/>
              <a:ext cx="1692000"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D4CCF8A1-6553-0B49-3328-2A331AB364D5}"/>
                </a:ext>
              </a:extLst>
            </p:cNvPr>
            <p:cNvSpPr/>
            <p:nvPr/>
          </p:nvSpPr>
          <p:spPr>
            <a:xfrm>
              <a:off x="3891182" y="1575616"/>
              <a:ext cx="4276759" cy="116858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6" name="Straight Arrow Connector 85">
              <a:extLst>
                <a:ext uri="{FF2B5EF4-FFF2-40B4-BE49-F238E27FC236}">
                  <a16:creationId xmlns:a16="http://schemas.microsoft.com/office/drawing/2014/main" id="{B5404317-F680-C02A-4A9A-22DAD439F57B}"/>
                </a:ext>
              </a:extLst>
            </p:cNvPr>
            <p:cNvCxnSpPr>
              <a:cxnSpLocks/>
            </p:cNvCxnSpPr>
            <p:nvPr/>
          </p:nvCxnSpPr>
          <p:spPr>
            <a:xfrm flipV="1">
              <a:off x="8158797" y="2075508"/>
              <a:ext cx="34651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5138BF1F-43F7-CDEF-43A9-0714096A5889}"/>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60DFD66-7629-5D86-E28C-477E418EB2C9}"/>
                </a:ext>
              </a:extLst>
            </p:cNvPr>
            <p:cNvCxnSpPr>
              <a:cxnSpLocks/>
            </p:cNvCxnSpPr>
            <p:nvPr/>
          </p:nvCxnSpPr>
          <p:spPr>
            <a:xfrm flipV="1">
              <a:off x="10652919" y="2073111"/>
              <a:ext cx="0" cy="111600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F0FC0A02-43BA-8ACF-2C32-C382CE018E44}"/>
                </a:ext>
              </a:extLst>
            </p:cNvPr>
            <p:cNvSpPr/>
            <p:nvPr/>
          </p:nvSpPr>
          <p:spPr>
            <a:xfrm>
              <a:off x="5166519" y="2881343"/>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0" name="Straight Connector 89">
              <a:extLst>
                <a:ext uri="{FF2B5EF4-FFF2-40B4-BE49-F238E27FC236}">
                  <a16:creationId xmlns:a16="http://schemas.microsoft.com/office/drawing/2014/main" id="{2CB3293F-B44D-A573-43F3-6D0118F00C37}"/>
                </a:ext>
              </a:extLst>
            </p:cNvPr>
            <p:cNvCxnSpPr>
              <a:cxnSpLocks/>
            </p:cNvCxnSpPr>
            <p:nvPr/>
          </p:nvCxnSpPr>
          <p:spPr>
            <a:xfrm flipV="1">
              <a:off x="6080919" y="3179262"/>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CCB5FFB-C337-625C-62AC-1A5557C6FA4B}"/>
                </a:ext>
              </a:extLst>
            </p:cNvPr>
            <p:cNvCxnSpPr>
              <a:cxnSpLocks/>
            </p:cNvCxnSpPr>
            <p:nvPr/>
          </p:nvCxnSpPr>
          <p:spPr>
            <a:xfrm>
              <a:off x="1968350" y="3189111"/>
              <a:ext cx="3215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623FDDE3-FACB-8B36-09C0-76F4A75FEC39}"/>
                </a:ext>
              </a:extLst>
            </p:cNvPr>
            <p:cNvCxnSpPr>
              <a:cxnSpLocks/>
              <a:endCxn id="80" idx="4"/>
            </p:cNvCxnSpPr>
            <p:nvPr/>
          </p:nvCxnSpPr>
          <p:spPr>
            <a:xfrm flipV="1">
              <a:off x="1968349" y="2303998"/>
              <a:ext cx="2" cy="8851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585737B-F25D-445D-F91D-4401172FF0D2}"/>
                </a:ext>
              </a:extLst>
            </p:cNvPr>
            <p:cNvSpPr txBox="1"/>
            <p:nvPr/>
          </p:nvSpPr>
          <p:spPr>
            <a:xfrm>
              <a:off x="5398420" y="297496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3121F026-7A9B-D112-C674-E4D45E0612E0}"/>
                </a:ext>
              </a:extLst>
            </p:cNvPr>
            <p:cNvSpPr txBox="1"/>
            <p:nvPr/>
          </p:nvSpPr>
          <p:spPr>
            <a:xfrm>
              <a:off x="8435898" y="2877500"/>
              <a:ext cx="560171" cy="297517"/>
            </a:xfrm>
            <a:prstGeom prst="rect">
              <a:avLst/>
            </a:prstGeom>
            <a:noFill/>
          </p:spPr>
          <p:txBody>
            <a:bodyPr wrap="square" rtlCol="0">
              <a:spAutoFit/>
            </a:bodyPr>
            <a:lstStyle/>
            <a:p>
              <a:endParaRPr lang="en-IN" sz="2000" baseline="-25000" dirty="0">
                <a:latin typeface="Times New Roman" panose="02020603050405020304" pitchFamily="18" charset="0"/>
                <a:cs typeface="Times New Roman" panose="02020603050405020304" pitchFamily="18" charset="0"/>
              </a:endParaRPr>
            </a:p>
          </p:txBody>
        </p:sp>
        <p:sp>
          <p:nvSpPr>
            <p:cNvPr id="98" name="TextBox 97">
              <a:extLst>
                <a:ext uri="{FF2B5EF4-FFF2-40B4-BE49-F238E27FC236}">
                  <a16:creationId xmlns:a16="http://schemas.microsoft.com/office/drawing/2014/main" id="{1FF3304B-B7F9-27C4-76EB-35F70AA82F55}"/>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99" name="TextBox 98">
              <a:extLst>
                <a:ext uri="{FF2B5EF4-FFF2-40B4-BE49-F238E27FC236}">
                  <a16:creationId xmlns:a16="http://schemas.microsoft.com/office/drawing/2014/main" id="{E7B22276-81BD-6027-4EB7-8F90C7A7DF7F}"/>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100" name="TextBox 99">
              <a:extLst>
                <a:ext uri="{FF2B5EF4-FFF2-40B4-BE49-F238E27FC236}">
                  <a16:creationId xmlns:a16="http://schemas.microsoft.com/office/drawing/2014/main" id="{8AEA03C7-20B4-C78F-6094-D023A01DAE70}"/>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101" name="TextBox 100">
              <a:extLst>
                <a:ext uri="{FF2B5EF4-FFF2-40B4-BE49-F238E27FC236}">
                  <a16:creationId xmlns:a16="http://schemas.microsoft.com/office/drawing/2014/main" id="{384759E6-C424-FB0E-BDA1-D2B229CD585B}"/>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grpSp>
        <p:nvGrpSpPr>
          <p:cNvPr id="103" name="Group 102">
            <a:extLst>
              <a:ext uri="{FF2B5EF4-FFF2-40B4-BE49-F238E27FC236}">
                <a16:creationId xmlns:a16="http://schemas.microsoft.com/office/drawing/2014/main" id="{DBA976F6-3269-1346-1362-5759FF5E2C1C}"/>
              </a:ext>
            </a:extLst>
          </p:cNvPr>
          <p:cNvGrpSpPr/>
          <p:nvPr/>
        </p:nvGrpSpPr>
        <p:grpSpPr>
          <a:xfrm>
            <a:off x="5295143" y="1064300"/>
            <a:ext cx="2448000" cy="891134"/>
            <a:chOff x="8824119" y="3701590"/>
            <a:chExt cx="2448000" cy="891134"/>
          </a:xfrm>
        </p:grpSpPr>
        <p:cxnSp>
          <p:nvCxnSpPr>
            <p:cNvPr id="105" name="Straight Arrow Connector 104">
              <a:extLst>
                <a:ext uri="{FF2B5EF4-FFF2-40B4-BE49-F238E27FC236}">
                  <a16:creationId xmlns:a16="http://schemas.microsoft.com/office/drawing/2014/main" id="{3723A867-5164-1F7C-A07C-05FF2933C1E7}"/>
                </a:ext>
              </a:extLst>
            </p:cNvPr>
            <p:cNvCxnSpPr>
              <a:cxnSpLocks/>
            </p:cNvCxnSpPr>
            <p:nvPr/>
          </p:nvCxnSpPr>
          <p:spPr>
            <a:xfrm>
              <a:off x="8824119" y="4143578"/>
              <a:ext cx="244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465F8418-20C2-3DCF-52AF-AD69B1AC94B7}"/>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107" name="TextBox 106">
              <a:extLst>
                <a:ext uri="{FF2B5EF4-FFF2-40B4-BE49-F238E27FC236}">
                  <a16:creationId xmlns:a16="http://schemas.microsoft.com/office/drawing/2014/main" id="{49E22009-2588-A7E1-1639-3029B27658D2}"/>
                </a:ext>
              </a:extLst>
            </p:cNvPr>
            <p:cNvSpPr txBox="1"/>
            <p:nvPr/>
          </p:nvSpPr>
          <p:spPr>
            <a:xfrm>
              <a:off x="9366142" y="3708427"/>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108" name="TextBox 107">
              <a:extLst>
                <a:ext uri="{FF2B5EF4-FFF2-40B4-BE49-F238E27FC236}">
                  <a16:creationId xmlns:a16="http://schemas.microsoft.com/office/drawing/2014/main" id="{107CC032-D7F8-AD57-4DEF-16D43DCE01CA}"/>
                </a:ext>
              </a:extLst>
            </p:cNvPr>
            <p:cNvSpPr txBox="1"/>
            <p:nvPr/>
          </p:nvSpPr>
          <p:spPr>
            <a:xfrm>
              <a:off x="8928708" y="4223392"/>
              <a:ext cx="2283687"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grpSp>
      <p:grpSp>
        <p:nvGrpSpPr>
          <p:cNvPr id="109" name="Group 108">
            <a:extLst>
              <a:ext uri="{FF2B5EF4-FFF2-40B4-BE49-F238E27FC236}">
                <a16:creationId xmlns:a16="http://schemas.microsoft.com/office/drawing/2014/main" id="{6B94879D-3484-A60E-5DB7-1B218B30185A}"/>
              </a:ext>
            </a:extLst>
          </p:cNvPr>
          <p:cNvGrpSpPr/>
          <p:nvPr/>
        </p:nvGrpSpPr>
        <p:grpSpPr>
          <a:xfrm>
            <a:off x="4524317" y="3587460"/>
            <a:ext cx="2448000" cy="891134"/>
            <a:chOff x="8824119" y="3701590"/>
            <a:chExt cx="2448000" cy="891134"/>
          </a:xfrm>
        </p:grpSpPr>
        <p:cxnSp>
          <p:nvCxnSpPr>
            <p:cNvPr id="110" name="Straight Arrow Connector 109">
              <a:extLst>
                <a:ext uri="{FF2B5EF4-FFF2-40B4-BE49-F238E27FC236}">
                  <a16:creationId xmlns:a16="http://schemas.microsoft.com/office/drawing/2014/main" id="{F24B01FA-884B-3382-41DC-9446ED0BF9F6}"/>
                </a:ext>
              </a:extLst>
            </p:cNvPr>
            <p:cNvCxnSpPr>
              <a:cxnSpLocks/>
            </p:cNvCxnSpPr>
            <p:nvPr/>
          </p:nvCxnSpPr>
          <p:spPr>
            <a:xfrm>
              <a:off x="8824119" y="4143578"/>
              <a:ext cx="244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9E4EA780-B9CB-27CC-C66A-B3931A6CD2EE}"/>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112" name="TextBox 111">
              <a:extLst>
                <a:ext uri="{FF2B5EF4-FFF2-40B4-BE49-F238E27FC236}">
                  <a16:creationId xmlns:a16="http://schemas.microsoft.com/office/drawing/2014/main" id="{1BD0AE81-EFA6-E03F-F22C-628C1720727D}"/>
                </a:ext>
              </a:extLst>
            </p:cNvPr>
            <p:cNvSpPr txBox="1"/>
            <p:nvPr/>
          </p:nvSpPr>
          <p:spPr>
            <a:xfrm>
              <a:off x="9063378" y="3708427"/>
              <a:ext cx="93895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113" name="TextBox 112">
              <a:extLst>
                <a:ext uri="{FF2B5EF4-FFF2-40B4-BE49-F238E27FC236}">
                  <a16:creationId xmlns:a16="http://schemas.microsoft.com/office/drawing/2014/main" id="{E5DD9920-1D3F-C4BD-6627-31196CB15B5C}"/>
                </a:ext>
              </a:extLst>
            </p:cNvPr>
            <p:cNvSpPr txBox="1"/>
            <p:nvPr/>
          </p:nvSpPr>
          <p:spPr>
            <a:xfrm>
              <a:off x="8928708" y="4223392"/>
              <a:ext cx="2283687"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grpSp>
      <p:sp>
        <p:nvSpPr>
          <p:cNvPr id="114" name="Rectangle 113">
            <a:extLst>
              <a:ext uri="{FF2B5EF4-FFF2-40B4-BE49-F238E27FC236}">
                <a16:creationId xmlns:a16="http://schemas.microsoft.com/office/drawing/2014/main" id="{7464D1B4-65F9-C250-A091-807C8C92EEC2}"/>
              </a:ext>
            </a:extLst>
          </p:cNvPr>
          <p:cNvSpPr/>
          <p:nvPr/>
        </p:nvSpPr>
        <p:spPr>
          <a:xfrm>
            <a:off x="3109119" y="3124200"/>
            <a:ext cx="5819599" cy="2662663"/>
          </a:xfrm>
          <a:prstGeom prst="rect">
            <a:avLst/>
          </a:prstGeom>
          <a:noFill/>
          <a:ln>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49160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C9D54-0879-BB63-D4F4-D53864A7B95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0845F40-DF67-A4DA-F9DF-7EB3423482C0}"/>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64825B73-873A-D4E0-E276-36D8A4E2FD88}"/>
              </a:ext>
            </a:extLst>
          </p:cNvPr>
          <p:cNvSpPr>
            <a:spLocks noGrp="1"/>
          </p:cNvSpPr>
          <p:nvPr>
            <p:ph type="sldNum" sz="quarter" idx="12"/>
          </p:nvPr>
        </p:nvSpPr>
        <p:spPr/>
        <p:txBody>
          <a:bodyPr/>
          <a:lstStyle/>
          <a:p>
            <a:fld id="{DFFB4172-2071-4B6D-9A3C-0848A49D4CBF}" type="slidenum">
              <a:rPr lang="en-US" smtClean="0"/>
              <a:pPr/>
              <a:t>38</a:t>
            </a:fld>
            <a:endParaRPr lang="en-US"/>
          </a:p>
        </p:txBody>
      </p:sp>
      <p:grpSp>
        <p:nvGrpSpPr>
          <p:cNvPr id="2" name="Group 1">
            <a:extLst>
              <a:ext uri="{FF2B5EF4-FFF2-40B4-BE49-F238E27FC236}">
                <a16:creationId xmlns:a16="http://schemas.microsoft.com/office/drawing/2014/main" id="{8459124B-95A0-E780-8AD1-831A49B07B1F}"/>
              </a:ext>
            </a:extLst>
          </p:cNvPr>
          <p:cNvGrpSpPr/>
          <p:nvPr/>
        </p:nvGrpSpPr>
        <p:grpSpPr>
          <a:xfrm>
            <a:off x="365919" y="457201"/>
            <a:ext cx="10969559" cy="2514600"/>
            <a:chOff x="260546" y="3124201"/>
            <a:chExt cx="10969559" cy="2514600"/>
          </a:xfrm>
        </p:grpSpPr>
        <p:grpSp>
          <p:nvGrpSpPr>
            <p:cNvPr id="78" name="Group 77">
              <a:extLst>
                <a:ext uri="{FF2B5EF4-FFF2-40B4-BE49-F238E27FC236}">
                  <a16:creationId xmlns:a16="http://schemas.microsoft.com/office/drawing/2014/main" id="{1666406F-DB73-35D0-D24F-0647A128B870}"/>
                </a:ext>
              </a:extLst>
            </p:cNvPr>
            <p:cNvGrpSpPr/>
            <p:nvPr/>
          </p:nvGrpSpPr>
          <p:grpSpPr>
            <a:xfrm>
              <a:off x="260546" y="3494265"/>
              <a:ext cx="10969559" cy="1901778"/>
              <a:chOff x="663490" y="1575616"/>
              <a:chExt cx="10969559" cy="1901778"/>
            </a:xfrm>
          </p:grpSpPr>
          <p:sp>
            <p:nvSpPr>
              <p:cNvPr id="80" name="Flowchart: Summing Junction 79">
                <a:extLst>
                  <a:ext uri="{FF2B5EF4-FFF2-40B4-BE49-F238E27FC236}">
                    <a16:creationId xmlns:a16="http://schemas.microsoft.com/office/drawing/2014/main" id="{01D747D6-8A1D-8F70-438B-0716611E6254}"/>
                  </a:ext>
                </a:extLst>
              </p:cNvPr>
              <p:cNvSpPr/>
              <p:nvPr/>
            </p:nvSpPr>
            <p:spPr>
              <a:xfrm>
                <a:off x="1737518" y="1842333"/>
                <a:ext cx="461665" cy="461665"/>
              </a:xfrm>
              <a:prstGeom prst="flowChartSummingJunction">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1" name="Straight Arrow Connector 80">
                <a:extLst>
                  <a:ext uri="{FF2B5EF4-FFF2-40B4-BE49-F238E27FC236}">
                    <a16:creationId xmlns:a16="http://schemas.microsoft.com/office/drawing/2014/main" id="{A0A8C4BD-C79B-70F1-293A-E884A12585FA}"/>
                  </a:ext>
                </a:extLst>
              </p:cNvPr>
              <p:cNvCxnSpPr>
                <a:cxnSpLocks/>
                <a:stCxn id="80" idx="6"/>
              </p:cNvCxnSpPr>
              <p:nvPr/>
            </p:nvCxnSpPr>
            <p:spPr>
              <a:xfrm flipV="1">
                <a:off x="2199182" y="2073165"/>
                <a:ext cx="1692000"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D3C7A397-0158-522B-E031-309F3AEE8166}"/>
                  </a:ext>
                </a:extLst>
              </p:cNvPr>
              <p:cNvSpPr/>
              <p:nvPr/>
            </p:nvSpPr>
            <p:spPr>
              <a:xfrm>
                <a:off x="3891182" y="1575616"/>
                <a:ext cx="4276759" cy="116858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6" name="Straight Arrow Connector 85">
                <a:extLst>
                  <a:ext uri="{FF2B5EF4-FFF2-40B4-BE49-F238E27FC236}">
                    <a16:creationId xmlns:a16="http://schemas.microsoft.com/office/drawing/2014/main" id="{F15E8CE4-4725-622A-8E28-1EF5AE8E2D95}"/>
                  </a:ext>
                </a:extLst>
              </p:cNvPr>
              <p:cNvCxnSpPr>
                <a:cxnSpLocks/>
              </p:cNvCxnSpPr>
              <p:nvPr/>
            </p:nvCxnSpPr>
            <p:spPr>
              <a:xfrm flipV="1">
                <a:off x="8158797" y="2075508"/>
                <a:ext cx="346510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31D2CEFA-3852-3E0B-635C-174687F342FE}"/>
                  </a:ext>
                </a:extLst>
              </p:cNvPr>
              <p:cNvCxnSpPr>
                <a:cxnSpLocks/>
              </p:cNvCxnSpPr>
              <p:nvPr/>
            </p:nvCxnSpPr>
            <p:spPr>
              <a:xfrm>
                <a:off x="812396" y="2073111"/>
                <a:ext cx="9251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8F7E161-A123-6F50-BC3A-3F0DB4055929}"/>
                  </a:ext>
                </a:extLst>
              </p:cNvPr>
              <p:cNvCxnSpPr>
                <a:cxnSpLocks/>
              </p:cNvCxnSpPr>
              <p:nvPr/>
            </p:nvCxnSpPr>
            <p:spPr>
              <a:xfrm flipV="1">
                <a:off x="10652919" y="2073111"/>
                <a:ext cx="0" cy="1116000"/>
              </a:xfrm>
              <a:prstGeom prst="line">
                <a:avLst/>
              </a:prstGeom>
              <a:ln w="1905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99CE58FD-B241-180E-383C-ECAA0106566C}"/>
                  </a:ext>
                </a:extLst>
              </p:cNvPr>
              <p:cNvSpPr/>
              <p:nvPr/>
            </p:nvSpPr>
            <p:spPr>
              <a:xfrm>
                <a:off x="5166519" y="2881343"/>
                <a:ext cx="914400" cy="596051"/>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0" name="Straight Connector 89">
                <a:extLst>
                  <a:ext uri="{FF2B5EF4-FFF2-40B4-BE49-F238E27FC236}">
                    <a16:creationId xmlns:a16="http://schemas.microsoft.com/office/drawing/2014/main" id="{581D3396-6178-CC97-DC57-41C1DEF8529D}"/>
                  </a:ext>
                </a:extLst>
              </p:cNvPr>
              <p:cNvCxnSpPr>
                <a:cxnSpLocks/>
              </p:cNvCxnSpPr>
              <p:nvPr/>
            </p:nvCxnSpPr>
            <p:spPr>
              <a:xfrm flipV="1">
                <a:off x="6080919" y="3179262"/>
                <a:ext cx="4572000" cy="1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5A4DC10-F65A-37C6-68FB-FAE3BBD14333}"/>
                  </a:ext>
                </a:extLst>
              </p:cNvPr>
              <p:cNvCxnSpPr>
                <a:cxnSpLocks/>
              </p:cNvCxnSpPr>
              <p:nvPr/>
            </p:nvCxnSpPr>
            <p:spPr>
              <a:xfrm>
                <a:off x="1968350" y="3189111"/>
                <a:ext cx="32157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2C4E53DE-2F71-0AF8-230A-A9D0327264A2}"/>
                  </a:ext>
                </a:extLst>
              </p:cNvPr>
              <p:cNvCxnSpPr>
                <a:cxnSpLocks/>
                <a:endCxn id="80" idx="4"/>
              </p:cNvCxnSpPr>
              <p:nvPr/>
            </p:nvCxnSpPr>
            <p:spPr>
              <a:xfrm flipV="1">
                <a:off x="1968349" y="2303998"/>
                <a:ext cx="2" cy="8851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60C77BEB-8412-1583-8BDA-42ADBBCEE250}"/>
                  </a:ext>
                </a:extLst>
              </p:cNvPr>
              <p:cNvSpPr txBox="1"/>
              <p:nvPr/>
            </p:nvSpPr>
            <p:spPr>
              <a:xfrm>
                <a:off x="5398420" y="2974962"/>
                <a:ext cx="63619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309C7CDD-D2C4-BEDE-D1C1-C865F41299AA}"/>
                  </a:ext>
                </a:extLst>
              </p:cNvPr>
              <p:cNvSpPr txBox="1"/>
              <p:nvPr/>
            </p:nvSpPr>
            <p:spPr>
              <a:xfrm>
                <a:off x="8435898" y="2877500"/>
                <a:ext cx="560171" cy="297517"/>
              </a:xfrm>
              <a:prstGeom prst="rect">
                <a:avLst/>
              </a:prstGeom>
              <a:noFill/>
            </p:spPr>
            <p:txBody>
              <a:bodyPr wrap="square" rtlCol="0">
                <a:spAutoFit/>
              </a:bodyPr>
              <a:lstStyle/>
              <a:p>
                <a:endParaRPr lang="en-IN" sz="2000" baseline="-25000" dirty="0">
                  <a:latin typeface="Times New Roman" panose="02020603050405020304" pitchFamily="18" charset="0"/>
                  <a:cs typeface="Times New Roman" panose="02020603050405020304" pitchFamily="18" charset="0"/>
                </a:endParaRPr>
              </a:p>
            </p:txBody>
          </p:sp>
          <p:sp>
            <p:nvSpPr>
              <p:cNvPr id="98" name="TextBox 97">
                <a:extLst>
                  <a:ext uri="{FF2B5EF4-FFF2-40B4-BE49-F238E27FC236}">
                    <a16:creationId xmlns:a16="http://schemas.microsoft.com/office/drawing/2014/main" id="{5E41BDAE-2DD8-548D-C858-E5C52C083B3C}"/>
                  </a:ext>
                </a:extLst>
              </p:cNvPr>
              <p:cNvSpPr txBox="1"/>
              <p:nvPr/>
            </p:nvSpPr>
            <p:spPr>
              <a:xfrm>
                <a:off x="10907944" y="1642768"/>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99" name="TextBox 98">
                <a:extLst>
                  <a:ext uri="{FF2B5EF4-FFF2-40B4-BE49-F238E27FC236}">
                    <a16:creationId xmlns:a16="http://schemas.microsoft.com/office/drawing/2014/main" id="{3CD4CD3E-1AC5-A9DD-5F1E-00EE1416CA73}"/>
                  </a:ext>
                </a:extLst>
              </p:cNvPr>
              <p:cNvSpPr txBox="1"/>
              <p:nvPr/>
            </p:nvSpPr>
            <p:spPr>
              <a:xfrm>
                <a:off x="663490" y="1640307"/>
                <a:ext cx="72510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100" name="TextBox 99">
                <a:extLst>
                  <a:ext uri="{FF2B5EF4-FFF2-40B4-BE49-F238E27FC236}">
                    <a16:creationId xmlns:a16="http://schemas.microsoft.com/office/drawing/2014/main" id="{BAE603C7-3527-7E95-76F6-3C710CCDD32C}"/>
                  </a:ext>
                </a:extLst>
              </p:cNvPr>
              <p:cNvSpPr txBox="1"/>
              <p:nvPr/>
            </p:nvSpPr>
            <p:spPr>
              <a:xfrm>
                <a:off x="1985890" y="2266532"/>
                <a:ext cx="245557" cy="400110"/>
              </a:xfrm>
              <a:prstGeom prst="rect">
                <a:avLst/>
              </a:prstGeom>
              <a:noFill/>
            </p:spPr>
            <p:txBody>
              <a:bodyPr wrap="square" rtlCol="0">
                <a:spAutoFit/>
              </a:bodyPr>
              <a:lstStyle/>
              <a:p>
                <a:r>
                  <a:rPr lang="en-US" sz="2000" b="1" dirty="0"/>
                  <a:t>-</a:t>
                </a:r>
                <a:endParaRPr lang="en-IN" sz="2000" b="1" dirty="0"/>
              </a:p>
            </p:txBody>
          </p:sp>
          <p:sp>
            <p:nvSpPr>
              <p:cNvPr id="101" name="TextBox 100">
                <a:extLst>
                  <a:ext uri="{FF2B5EF4-FFF2-40B4-BE49-F238E27FC236}">
                    <a16:creationId xmlns:a16="http://schemas.microsoft.com/office/drawing/2014/main" id="{9C0F333A-8676-CE9E-D757-A41293168E84}"/>
                  </a:ext>
                </a:extLst>
              </p:cNvPr>
              <p:cNvSpPr txBox="1"/>
              <p:nvPr/>
            </p:nvSpPr>
            <p:spPr>
              <a:xfrm>
                <a:off x="1442134" y="1707160"/>
                <a:ext cx="245557" cy="400110"/>
              </a:xfrm>
              <a:prstGeom prst="rect">
                <a:avLst/>
              </a:prstGeom>
              <a:noFill/>
            </p:spPr>
            <p:txBody>
              <a:bodyPr wrap="square" rtlCol="0">
                <a:spAutoFit/>
              </a:bodyPr>
              <a:lstStyle/>
              <a:p>
                <a:r>
                  <a:rPr lang="en-US" sz="2000" b="1" dirty="0"/>
                  <a:t>+</a:t>
                </a:r>
                <a:endParaRPr lang="en-IN" sz="2000" b="1" dirty="0"/>
              </a:p>
            </p:txBody>
          </p:sp>
        </p:grpSp>
        <p:grpSp>
          <p:nvGrpSpPr>
            <p:cNvPr id="109" name="Group 108">
              <a:extLst>
                <a:ext uri="{FF2B5EF4-FFF2-40B4-BE49-F238E27FC236}">
                  <a16:creationId xmlns:a16="http://schemas.microsoft.com/office/drawing/2014/main" id="{CBD7C084-FF22-6F17-E0E3-DB611A482FB7}"/>
                </a:ext>
              </a:extLst>
            </p:cNvPr>
            <p:cNvGrpSpPr/>
            <p:nvPr/>
          </p:nvGrpSpPr>
          <p:grpSpPr>
            <a:xfrm>
              <a:off x="4524317" y="3587460"/>
              <a:ext cx="2448000" cy="891134"/>
              <a:chOff x="8824119" y="3701590"/>
              <a:chExt cx="2448000" cy="891134"/>
            </a:xfrm>
          </p:grpSpPr>
          <p:cxnSp>
            <p:nvCxnSpPr>
              <p:cNvPr id="110" name="Straight Arrow Connector 109">
                <a:extLst>
                  <a:ext uri="{FF2B5EF4-FFF2-40B4-BE49-F238E27FC236}">
                    <a16:creationId xmlns:a16="http://schemas.microsoft.com/office/drawing/2014/main" id="{59822B5C-2399-E4C0-3A2B-60C8BBEA32A9}"/>
                  </a:ext>
                </a:extLst>
              </p:cNvPr>
              <p:cNvCxnSpPr>
                <a:cxnSpLocks/>
              </p:cNvCxnSpPr>
              <p:nvPr/>
            </p:nvCxnSpPr>
            <p:spPr>
              <a:xfrm>
                <a:off x="8824119" y="4143578"/>
                <a:ext cx="244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C17952A8-35C0-28CC-5FC4-A47026A039EB}"/>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112" name="TextBox 111">
                <a:extLst>
                  <a:ext uri="{FF2B5EF4-FFF2-40B4-BE49-F238E27FC236}">
                    <a16:creationId xmlns:a16="http://schemas.microsoft.com/office/drawing/2014/main" id="{923010A6-3436-A0DA-5091-ECA35B642136}"/>
                  </a:ext>
                </a:extLst>
              </p:cNvPr>
              <p:cNvSpPr txBox="1"/>
              <p:nvPr/>
            </p:nvSpPr>
            <p:spPr>
              <a:xfrm>
                <a:off x="9063378" y="3708427"/>
                <a:ext cx="93895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113" name="TextBox 112">
                <a:extLst>
                  <a:ext uri="{FF2B5EF4-FFF2-40B4-BE49-F238E27FC236}">
                    <a16:creationId xmlns:a16="http://schemas.microsoft.com/office/drawing/2014/main" id="{96F0DBC2-6C47-1E81-D5AF-B2C6D41B5901}"/>
                  </a:ext>
                </a:extLst>
              </p:cNvPr>
              <p:cNvSpPr txBox="1"/>
              <p:nvPr/>
            </p:nvSpPr>
            <p:spPr>
              <a:xfrm>
                <a:off x="8928708" y="4223392"/>
                <a:ext cx="2283687"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grpSp>
        <p:sp>
          <p:nvSpPr>
            <p:cNvPr id="114" name="Rectangle 113">
              <a:extLst>
                <a:ext uri="{FF2B5EF4-FFF2-40B4-BE49-F238E27FC236}">
                  <a16:creationId xmlns:a16="http://schemas.microsoft.com/office/drawing/2014/main" id="{ADEFE718-7D8D-E5D1-71D7-17D7D002B894}"/>
                </a:ext>
              </a:extLst>
            </p:cNvPr>
            <p:cNvSpPr/>
            <p:nvPr/>
          </p:nvSpPr>
          <p:spPr>
            <a:xfrm>
              <a:off x="3109119" y="3124201"/>
              <a:ext cx="4951109" cy="2514600"/>
            </a:xfrm>
            <a:prstGeom prst="rect">
              <a:avLst/>
            </a:prstGeom>
            <a:noFill/>
            <a:ln>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 name="Group 2">
            <a:extLst>
              <a:ext uri="{FF2B5EF4-FFF2-40B4-BE49-F238E27FC236}">
                <a16:creationId xmlns:a16="http://schemas.microsoft.com/office/drawing/2014/main" id="{1251F705-7249-3172-0763-9E563842D155}"/>
              </a:ext>
            </a:extLst>
          </p:cNvPr>
          <p:cNvGrpSpPr/>
          <p:nvPr/>
        </p:nvGrpSpPr>
        <p:grpSpPr>
          <a:xfrm>
            <a:off x="2116265" y="3516629"/>
            <a:ext cx="7519713" cy="1916189"/>
            <a:chOff x="1204119" y="607133"/>
            <a:chExt cx="7519713" cy="1916189"/>
          </a:xfrm>
        </p:grpSpPr>
        <p:grpSp>
          <p:nvGrpSpPr>
            <p:cNvPr id="6" name="Group 5">
              <a:extLst>
                <a:ext uri="{FF2B5EF4-FFF2-40B4-BE49-F238E27FC236}">
                  <a16:creationId xmlns:a16="http://schemas.microsoft.com/office/drawing/2014/main" id="{EF8CBA9E-A234-C1EF-EBF5-CFFCE0259941}"/>
                </a:ext>
              </a:extLst>
            </p:cNvPr>
            <p:cNvGrpSpPr/>
            <p:nvPr/>
          </p:nvGrpSpPr>
          <p:grpSpPr>
            <a:xfrm>
              <a:off x="4252119" y="607133"/>
              <a:ext cx="2448000" cy="893601"/>
              <a:chOff x="8824119" y="3699123"/>
              <a:chExt cx="2448000" cy="893601"/>
            </a:xfrm>
          </p:grpSpPr>
          <p:cxnSp>
            <p:nvCxnSpPr>
              <p:cNvPr id="32" name="Straight Arrow Connector 31">
                <a:extLst>
                  <a:ext uri="{FF2B5EF4-FFF2-40B4-BE49-F238E27FC236}">
                    <a16:creationId xmlns:a16="http://schemas.microsoft.com/office/drawing/2014/main" id="{64729BC4-C14E-C46B-AB43-FA5BEF5F2F08}"/>
                  </a:ext>
                </a:extLst>
              </p:cNvPr>
              <p:cNvCxnSpPr>
                <a:cxnSpLocks/>
              </p:cNvCxnSpPr>
              <p:nvPr/>
            </p:nvCxnSpPr>
            <p:spPr>
              <a:xfrm>
                <a:off x="8824119" y="4143578"/>
                <a:ext cx="244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C43B845-FA3B-BB6F-2B06-DA31A11FBB8D}"/>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ABBC899A-0E4D-1B14-FA38-DF5AF4EB60FE}"/>
                  </a:ext>
                </a:extLst>
              </p:cNvPr>
              <p:cNvSpPr txBox="1"/>
              <p:nvPr/>
            </p:nvSpPr>
            <p:spPr>
              <a:xfrm>
                <a:off x="9020567" y="3699123"/>
                <a:ext cx="105817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993DDEAA-93D7-0EBE-0FCC-7E7DDA097997}"/>
                  </a:ext>
                </a:extLst>
              </p:cNvPr>
              <p:cNvSpPr txBox="1"/>
              <p:nvPr/>
            </p:nvSpPr>
            <p:spPr>
              <a:xfrm>
                <a:off x="8928708" y="4223392"/>
                <a:ext cx="2283687"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grpSp>
        <p:cxnSp>
          <p:nvCxnSpPr>
            <p:cNvPr id="8" name="Straight Connector 7">
              <a:extLst>
                <a:ext uri="{FF2B5EF4-FFF2-40B4-BE49-F238E27FC236}">
                  <a16:creationId xmlns:a16="http://schemas.microsoft.com/office/drawing/2014/main" id="{F8E564AD-9D23-A22F-1DD3-7CB9916941C2}"/>
                </a:ext>
              </a:extLst>
            </p:cNvPr>
            <p:cNvCxnSpPr/>
            <p:nvPr/>
          </p:nvCxnSpPr>
          <p:spPr>
            <a:xfrm>
              <a:off x="2399232" y="1600200"/>
              <a:ext cx="6324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F014DB9-12FD-8579-531C-37C6D8906E54}"/>
                </a:ext>
              </a:extLst>
            </p:cNvPr>
            <p:cNvSpPr txBox="1"/>
            <p:nvPr/>
          </p:nvSpPr>
          <p:spPr>
            <a:xfrm>
              <a:off x="3976671" y="1837372"/>
              <a:ext cx="6858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1 + </a:t>
              </a:r>
              <a:endParaRPr lang="en-IN" sz="2000" dirty="0">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FAF23838-AA06-090D-8AE8-4700C235EC38}"/>
                </a:ext>
              </a:extLst>
            </p:cNvPr>
            <p:cNvGrpSpPr/>
            <p:nvPr/>
          </p:nvGrpSpPr>
          <p:grpSpPr>
            <a:xfrm>
              <a:off x="4480719" y="1632188"/>
              <a:ext cx="2448000" cy="891134"/>
              <a:chOff x="8824119" y="3701590"/>
              <a:chExt cx="2448000" cy="891134"/>
            </a:xfrm>
          </p:grpSpPr>
          <p:cxnSp>
            <p:nvCxnSpPr>
              <p:cNvPr id="22" name="Straight Arrow Connector 21">
                <a:extLst>
                  <a:ext uri="{FF2B5EF4-FFF2-40B4-BE49-F238E27FC236}">
                    <a16:creationId xmlns:a16="http://schemas.microsoft.com/office/drawing/2014/main" id="{0134CA87-9E77-5F17-1EC5-E97182A8D854}"/>
                  </a:ext>
                </a:extLst>
              </p:cNvPr>
              <p:cNvCxnSpPr>
                <a:cxnSpLocks/>
              </p:cNvCxnSpPr>
              <p:nvPr/>
            </p:nvCxnSpPr>
            <p:spPr>
              <a:xfrm>
                <a:off x="8824119" y="4143578"/>
                <a:ext cx="244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3230A27-743B-5ED0-4735-19E5BF979222}"/>
                  </a:ext>
                </a:extLst>
              </p:cNvPr>
              <p:cNvSpPr txBox="1"/>
              <p:nvPr/>
            </p:nvSpPr>
            <p:spPr>
              <a:xfrm>
                <a:off x="9698115" y="3701590"/>
                <a:ext cx="1285679"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 </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95466CB6-DAFD-160C-73AF-6FC802ABA726}"/>
                  </a:ext>
                </a:extLst>
              </p:cNvPr>
              <p:cNvSpPr txBox="1"/>
              <p:nvPr/>
            </p:nvSpPr>
            <p:spPr>
              <a:xfrm>
                <a:off x="9005872" y="3708427"/>
                <a:ext cx="996462"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B52E794-EB45-D799-9C48-2A815E394BA0}"/>
                  </a:ext>
                </a:extLst>
              </p:cNvPr>
              <p:cNvSpPr txBox="1"/>
              <p:nvPr/>
            </p:nvSpPr>
            <p:spPr>
              <a:xfrm>
                <a:off x="8928708" y="4223392"/>
                <a:ext cx="2283687"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grpSp>
        <p:sp>
          <p:nvSpPr>
            <p:cNvPr id="16" name="TextBox 15">
              <a:extLst>
                <a:ext uri="{FF2B5EF4-FFF2-40B4-BE49-F238E27FC236}">
                  <a16:creationId xmlns:a16="http://schemas.microsoft.com/office/drawing/2014/main" id="{92993FFC-6F91-2D26-B7BB-E6BF82D4CCF1}"/>
                </a:ext>
              </a:extLst>
            </p:cNvPr>
            <p:cNvSpPr txBox="1"/>
            <p:nvPr/>
          </p:nvSpPr>
          <p:spPr>
            <a:xfrm>
              <a:off x="1244904" y="1179909"/>
              <a:ext cx="838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30DDB8D-17BA-3FDD-082D-865042B1915B}"/>
                </a:ext>
              </a:extLst>
            </p:cNvPr>
            <p:cNvSpPr txBox="1"/>
            <p:nvPr/>
          </p:nvSpPr>
          <p:spPr>
            <a:xfrm>
              <a:off x="1244904" y="1613338"/>
              <a:ext cx="838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cxnSp>
          <p:nvCxnSpPr>
            <p:cNvPr id="20" name="Straight Connector 19">
              <a:extLst>
                <a:ext uri="{FF2B5EF4-FFF2-40B4-BE49-F238E27FC236}">
                  <a16:creationId xmlns:a16="http://schemas.microsoft.com/office/drawing/2014/main" id="{8BFB4493-C684-4662-4867-858E53389BFA}"/>
                </a:ext>
              </a:extLst>
            </p:cNvPr>
            <p:cNvCxnSpPr/>
            <p:nvPr/>
          </p:nvCxnSpPr>
          <p:spPr>
            <a:xfrm flipH="1">
              <a:off x="1204119" y="1600200"/>
              <a:ext cx="76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041816A-91A1-8999-2079-ABCA18BBF712}"/>
                </a:ext>
              </a:extLst>
            </p:cNvPr>
            <p:cNvSpPr txBox="1"/>
            <p:nvPr/>
          </p:nvSpPr>
          <p:spPr>
            <a:xfrm>
              <a:off x="2014786" y="1379964"/>
              <a:ext cx="47725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49425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F86A-D623-CC9A-2BB3-7B8FAC991A3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6880E91-A011-F1FB-5BF4-8D3EF82BFC9F}"/>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11FF4DB6-005F-D083-8D62-6CDB81C0DCCE}"/>
              </a:ext>
            </a:extLst>
          </p:cNvPr>
          <p:cNvSpPr>
            <a:spLocks noGrp="1"/>
          </p:cNvSpPr>
          <p:nvPr>
            <p:ph type="sldNum" sz="quarter" idx="12"/>
          </p:nvPr>
        </p:nvSpPr>
        <p:spPr/>
        <p:txBody>
          <a:bodyPr/>
          <a:lstStyle/>
          <a:p>
            <a:fld id="{DFFB4172-2071-4B6D-9A3C-0848A49D4CBF}" type="slidenum">
              <a:rPr lang="en-US" smtClean="0"/>
              <a:pPr/>
              <a:t>39</a:t>
            </a:fld>
            <a:endParaRPr lang="en-US"/>
          </a:p>
        </p:txBody>
      </p:sp>
      <p:grpSp>
        <p:nvGrpSpPr>
          <p:cNvPr id="37" name="Group 36">
            <a:extLst>
              <a:ext uri="{FF2B5EF4-FFF2-40B4-BE49-F238E27FC236}">
                <a16:creationId xmlns:a16="http://schemas.microsoft.com/office/drawing/2014/main" id="{41648FF0-CF07-99B9-FD23-387F5792394C}"/>
              </a:ext>
            </a:extLst>
          </p:cNvPr>
          <p:cNvGrpSpPr/>
          <p:nvPr/>
        </p:nvGrpSpPr>
        <p:grpSpPr>
          <a:xfrm>
            <a:off x="2423319" y="990600"/>
            <a:ext cx="7264878" cy="896674"/>
            <a:chOff x="1204119" y="2808025"/>
            <a:chExt cx="7264878" cy="896674"/>
          </a:xfrm>
        </p:grpSpPr>
        <p:grpSp>
          <p:nvGrpSpPr>
            <p:cNvPr id="24" name="Group 23">
              <a:extLst>
                <a:ext uri="{FF2B5EF4-FFF2-40B4-BE49-F238E27FC236}">
                  <a16:creationId xmlns:a16="http://schemas.microsoft.com/office/drawing/2014/main" id="{5A882888-2706-C982-E98A-AF3369F50DDF}"/>
                </a:ext>
              </a:extLst>
            </p:cNvPr>
            <p:cNvGrpSpPr/>
            <p:nvPr/>
          </p:nvGrpSpPr>
          <p:grpSpPr>
            <a:xfrm>
              <a:off x="1204119" y="2808025"/>
              <a:ext cx="2829000" cy="896674"/>
              <a:chOff x="8443119" y="3696050"/>
              <a:chExt cx="2829000" cy="896674"/>
            </a:xfrm>
          </p:grpSpPr>
          <p:sp>
            <p:nvSpPr>
              <p:cNvPr id="25" name="TextBox 24">
                <a:extLst>
                  <a:ext uri="{FF2B5EF4-FFF2-40B4-BE49-F238E27FC236}">
                    <a16:creationId xmlns:a16="http://schemas.microsoft.com/office/drawing/2014/main" id="{75E610F4-DEAD-4E11-D550-E2BE61C83D1B}"/>
                  </a:ext>
                </a:extLst>
              </p:cNvPr>
              <p:cNvSpPr txBox="1"/>
              <p:nvPr/>
            </p:nvSpPr>
            <p:spPr>
              <a:xfrm>
                <a:off x="8443119" y="3923871"/>
                <a:ext cx="6096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616CB299-19AF-610A-18F3-60A632B8B1D9}"/>
                  </a:ext>
                </a:extLst>
              </p:cNvPr>
              <p:cNvCxnSpPr>
                <a:cxnSpLocks/>
              </p:cNvCxnSpPr>
              <p:nvPr/>
            </p:nvCxnSpPr>
            <p:spPr>
              <a:xfrm>
                <a:off x="8824119" y="4143578"/>
                <a:ext cx="244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B72DBF1-C7E7-3071-51BA-0E9C5A7F76E5}"/>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BF94463C-F4FB-8A42-910B-2F9282B466AE}"/>
                  </a:ext>
                </a:extLst>
              </p:cNvPr>
              <p:cNvSpPr txBox="1"/>
              <p:nvPr/>
            </p:nvSpPr>
            <p:spPr>
              <a:xfrm>
                <a:off x="9104445" y="3696050"/>
                <a:ext cx="94961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3B1E4401-7428-0778-B0B9-1AD24B081F94}"/>
                  </a:ext>
                </a:extLst>
              </p:cNvPr>
              <p:cNvSpPr txBox="1"/>
              <p:nvPr/>
            </p:nvSpPr>
            <p:spPr>
              <a:xfrm>
                <a:off x="8928708" y="4223392"/>
                <a:ext cx="2283687"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grpSp>
        <p:cxnSp>
          <p:nvCxnSpPr>
            <p:cNvPr id="30" name="Straight Arrow Connector 29">
              <a:extLst>
                <a:ext uri="{FF2B5EF4-FFF2-40B4-BE49-F238E27FC236}">
                  <a16:creationId xmlns:a16="http://schemas.microsoft.com/office/drawing/2014/main" id="{5975BE26-15FB-03C7-B00B-0143405AC5CB}"/>
                </a:ext>
              </a:extLst>
            </p:cNvPr>
            <p:cNvCxnSpPr>
              <a:cxnSpLocks/>
            </p:cNvCxnSpPr>
            <p:nvPr/>
          </p:nvCxnSpPr>
          <p:spPr>
            <a:xfrm>
              <a:off x="4340470" y="3255553"/>
              <a:ext cx="3780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404AA77-25EE-9DA4-E0D7-987BF4D3C147}"/>
                </a:ext>
              </a:extLst>
            </p:cNvPr>
            <p:cNvSpPr txBox="1"/>
            <p:nvPr/>
          </p:nvSpPr>
          <p:spPr>
            <a:xfrm>
              <a:off x="4422626" y="2814291"/>
              <a:ext cx="2283687"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a:t>
              </a:r>
              <a:endParaRPr lang="en-IN" dirty="0"/>
            </a:p>
          </p:txBody>
        </p:sp>
        <p:sp>
          <p:nvSpPr>
            <p:cNvPr id="32" name="TextBox 31">
              <a:extLst>
                <a:ext uri="{FF2B5EF4-FFF2-40B4-BE49-F238E27FC236}">
                  <a16:creationId xmlns:a16="http://schemas.microsoft.com/office/drawing/2014/main" id="{E7729E9D-BA13-ACBB-8B23-EB3FFB8BE500}"/>
                </a:ext>
              </a:extLst>
            </p:cNvPr>
            <p:cNvSpPr txBox="1"/>
            <p:nvPr/>
          </p:nvSpPr>
          <p:spPr>
            <a:xfrm>
              <a:off x="4422626" y="3317888"/>
              <a:ext cx="3182293"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 + G</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endParaRPr lang="en-IN" baseline="-25000" dirty="0"/>
            </a:p>
          </p:txBody>
        </p:sp>
        <p:sp>
          <p:nvSpPr>
            <p:cNvPr id="33" name="TextBox 32">
              <a:extLst>
                <a:ext uri="{FF2B5EF4-FFF2-40B4-BE49-F238E27FC236}">
                  <a16:creationId xmlns:a16="http://schemas.microsoft.com/office/drawing/2014/main" id="{1E74224D-6318-72FC-51D2-A6681870563E}"/>
                </a:ext>
              </a:extLst>
            </p:cNvPr>
            <p:cNvSpPr txBox="1"/>
            <p:nvPr/>
          </p:nvSpPr>
          <p:spPr>
            <a:xfrm>
              <a:off x="7183318" y="3295850"/>
              <a:ext cx="1285679" cy="400110"/>
            </a:xfrm>
            <a:prstGeom prst="rect">
              <a:avLst/>
            </a:prstGeom>
            <a:noFill/>
          </p:spPr>
          <p:txBody>
            <a:bodyPr wrap="square" rtlCol="0">
              <a:spAutoFit/>
            </a:bodyPr>
            <a:lstStyle/>
            <a:p>
              <a:r>
                <a:rPr lang="en-US" sz="2000"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 </a:t>
              </a:r>
              <a:endParaRPr lang="en-IN" sz="2000" baseline="-25000" dirty="0">
                <a:latin typeface="Times New Roman" panose="02020603050405020304" pitchFamily="18" charset="0"/>
                <a:cs typeface="Times New Roman" panose="02020603050405020304" pitchFamily="18" charset="0"/>
              </a:endParaRPr>
            </a:p>
          </p:txBody>
        </p:sp>
        <p:cxnSp>
          <p:nvCxnSpPr>
            <p:cNvPr id="35" name="Straight Connector 34">
              <a:extLst>
                <a:ext uri="{FF2B5EF4-FFF2-40B4-BE49-F238E27FC236}">
                  <a16:creationId xmlns:a16="http://schemas.microsoft.com/office/drawing/2014/main" id="{6A9C5056-FB2A-CAE4-FF81-2F5BF71A29D9}"/>
                </a:ext>
              </a:extLst>
            </p:cNvPr>
            <p:cNvCxnSpPr/>
            <p:nvPr/>
          </p:nvCxnSpPr>
          <p:spPr>
            <a:xfrm flipV="1">
              <a:off x="4556919" y="2813565"/>
              <a:ext cx="1842813" cy="30264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C3C183F-2C91-1881-231F-49F825BCC69B}"/>
                </a:ext>
              </a:extLst>
            </p:cNvPr>
            <p:cNvCxnSpPr/>
            <p:nvPr/>
          </p:nvCxnSpPr>
          <p:spPr>
            <a:xfrm flipV="1">
              <a:off x="1813719" y="3394843"/>
              <a:ext cx="1842813" cy="30264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CCD69EEE-3FF8-6C0E-4C5C-93FD39C810ED}"/>
              </a:ext>
            </a:extLst>
          </p:cNvPr>
          <p:cNvGrpSpPr/>
          <p:nvPr/>
        </p:nvGrpSpPr>
        <p:grpSpPr>
          <a:xfrm>
            <a:off x="1696846" y="1967087"/>
            <a:ext cx="5335800" cy="881538"/>
            <a:chOff x="2116719" y="3824160"/>
            <a:chExt cx="5335800" cy="881538"/>
          </a:xfrm>
        </p:grpSpPr>
        <p:grpSp>
          <p:nvGrpSpPr>
            <p:cNvPr id="38" name="Group 37">
              <a:extLst>
                <a:ext uri="{FF2B5EF4-FFF2-40B4-BE49-F238E27FC236}">
                  <a16:creationId xmlns:a16="http://schemas.microsoft.com/office/drawing/2014/main" id="{61693CAE-DE3D-A782-B201-BAD0035688B8}"/>
                </a:ext>
              </a:extLst>
            </p:cNvPr>
            <p:cNvGrpSpPr/>
            <p:nvPr/>
          </p:nvGrpSpPr>
          <p:grpSpPr>
            <a:xfrm>
              <a:off x="2878719" y="3824160"/>
              <a:ext cx="4573800" cy="881538"/>
              <a:chOff x="1204119" y="2813565"/>
              <a:chExt cx="4573800" cy="881538"/>
            </a:xfrm>
          </p:grpSpPr>
          <p:grpSp>
            <p:nvGrpSpPr>
              <p:cNvPr id="39" name="Group 38">
                <a:extLst>
                  <a:ext uri="{FF2B5EF4-FFF2-40B4-BE49-F238E27FC236}">
                    <a16:creationId xmlns:a16="http://schemas.microsoft.com/office/drawing/2014/main" id="{C88B5AF1-34DF-2F3D-F1D7-6DF2DDC4F14C}"/>
                  </a:ext>
                </a:extLst>
              </p:cNvPr>
              <p:cNvGrpSpPr/>
              <p:nvPr/>
            </p:nvGrpSpPr>
            <p:grpSpPr>
              <a:xfrm>
                <a:off x="1204119" y="2813565"/>
                <a:ext cx="4269000" cy="622391"/>
                <a:chOff x="8443119" y="3701590"/>
                <a:chExt cx="4269000" cy="622391"/>
              </a:xfrm>
            </p:grpSpPr>
            <p:sp>
              <p:nvSpPr>
                <p:cNvPr id="46" name="TextBox 45">
                  <a:extLst>
                    <a:ext uri="{FF2B5EF4-FFF2-40B4-BE49-F238E27FC236}">
                      <a16:creationId xmlns:a16="http://schemas.microsoft.com/office/drawing/2014/main" id="{1A563105-0E95-16BD-EF36-D8989A80D16A}"/>
                    </a:ext>
                  </a:extLst>
                </p:cNvPr>
                <p:cNvSpPr txBox="1"/>
                <p:nvPr/>
              </p:nvSpPr>
              <p:spPr>
                <a:xfrm>
                  <a:off x="8443119" y="3923871"/>
                  <a:ext cx="6096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cxnSp>
              <p:nvCxnSpPr>
                <p:cNvPr id="47" name="Straight Arrow Connector 46">
                  <a:extLst>
                    <a:ext uri="{FF2B5EF4-FFF2-40B4-BE49-F238E27FC236}">
                      <a16:creationId xmlns:a16="http://schemas.microsoft.com/office/drawing/2014/main" id="{349C082C-E3E0-347D-FA66-D664A220A675}"/>
                    </a:ext>
                  </a:extLst>
                </p:cNvPr>
                <p:cNvCxnSpPr>
                  <a:cxnSpLocks/>
                </p:cNvCxnSpPr>
                <p:nvPr/>
              </p:nvCxnSpPr>
              <p:spPr>
                <a:xfrm>
                  <a:off x="8824119" y="4143578"/>
                  <a:ext cx="388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4E7A75E-5184-B491-4F0D-824D253C7D68}"/>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BE8CD3F6-8802-6AE7-0891-C811D9B3CF06}"/>
                    </a:ext>
                  </a:extLst>
                </p:cNvPr>
                <p:cNvSpPr txBox="1"/>
                <p:nvPr/>
              </p:nvSpPr>
              <p:spPr>
                <a:xfrm>
                  <a:off x="9052720" y="3708427"/>
                  <a:ext cx="94961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
            <p:nvSpPr>
              <p:cNvPr id="42" name="TextBox 41">
                <a:extLst>
                  <a:ext uri="{FF2B5EF4-FFF2-40B4-BE49-F238E27FC236}">
                    <a16:creationId xmlns:a16="http://schemas.microsoft.com/office/drawing/2014/main" id="{2A1728BE-C54D-32FB-DE3F-6CF4DD1E7D62}"/>
                  </a:ext>
                </a:extLst>
              </p:cNvPr>
              <p:cNvSpPr txBox="1"/>
              <p:nvPr/>
            </p:nvSpPr>
            <p:spPr>
              <a:xfrm>
                <a:off x="1661319" y="3317888"/>
                <a:ext cx="3161215"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X +  G</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endParaRPr lang="en-IN" baseline="-25000" dirty="0"/>
              </a:p>
            </p:txBody>
          </p:sp>
          <p:sp>
            <p:nvSpPr>
              <p:cNvPr id="43" name="TextBox 42">
                <a:extLst>
                  <a:ext uri="{FF2B5EF4-FFF2-40B4-BE49-F238E27FC236}">
                    <a16:creationId xmlns:a16="http://schemas.microsoft.com/office/drawing/2014/main" id="{EF0D7885-F40D-8481-40A8-A2EEA507EB4F}"/>
                  </a:ext>
                </a:extLst>
              </p:cNvPr>
              <p:cNvSpPr txBox="1"/>
              <p:nvPr/>
            </p:nvSpPr>
            <p:spPr>
              <a:xfrm>
                <a:off x="4492240" y="3294993"/>
                <a:ext cx="1285679" cy="400110"/>
              </a:xfrm>
              <a:prstGeom prst="rect">
                <a:avLst/>
              </a:prstGeom>
              <a:noFill/>
            </p:spPr>
            <p:txBody>
              <a:bodyPr wrap="square" rtlCol="0">
                <a:spAutoFit/>
              </a:bodyPr>
              <a:lstStyle/>
              <a:p>
                <a:r>
                  <a:rPr lang="en-US" sz="2000"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 </a:t>
                </a:r>
                <a:endParaRPr lang="en-IN" sz="2000" baseline="-25000" dirty="0">
                  <a:latin typeface="Times New Roman" panose="02020603050405020304" pitchFamily="18" charset="0"/>
                  <a:cs typeface="Times New Roman" panose="02020603050405020304" pitchFamily="18" charset="0"/>
                </a:endParaRPr>
              </a:p>
            </p:txBody>
          </p:sp>
        </p:grpSp>
        <p:sp>
          <p:nvSpPr>
            <p:cNvPr id="51" name="TextBox 50">
              <a:extLst>
                <a:ext uri="{FF2B5EF4-FFF2-40B4-BE49-F238E27FC236}">
                  <a16:creationId xmlns:a16="http://schemas.microsoft.com/office/drawing/2014/main" id="{A6B79CE3-9F9A-8062-15F3-FDA633FA43C0}"/>
                </a:ext>
              </a:extLst>
            </p:cNvPr>
            <p:cNvSpPr txBox="1"/>
            <p:nvPr/>
          </p:nvSpPr>
          <p:spPr>
            <a:xfrm>
              <a:off x="2175021" y="4266148"/>
              <a:ext cx="838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R(s)</a:t>
              </a:r>
              <a:endParaRPr lang="en-IN" sz="2000" dirty="0">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9C16149C-3C1E-FEA2-20E7-AF7F0528024D}"/>
                </a:ext>
              </a:extLst>
            </p:cNvPr>
            <p:cNvSpPr txBox="1"/>
            <p:nvPr/>
          </p:nvSpPr>
          <p:spPr>
            <a:xfrm>
              <a:off x="2175021" y="3867090"/>
              <a:ext cx="8382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C(s)</a:t>
              </a:r>
              <a:endParaRPr lang="en-IN" sz="2000" dirty="0">
                <a:latin typeface="Times New Roman" panose="02020603050405020304" pitchFamily="18" charset="0"/>
                <a:cs typeface="Times New Roman" panose="02020603050405020304" pitchFamily="18" charset="0"/>
              </a:endParaRPr>
            </a:p>
          </p:txBody>
        </p:sp>
        <p:cxnSp>
          <p:nvCxnSpPr>
            <p:cNvPr id="53" name="Straight Connector 52">
              <a:extLst>
                <a:ext uri="{FF2B5EF4-FFF2-40B4-BE49-F238E27FC236}">
                  <a16:creationId xmlns:a16="http://schemas.microsoft.com/office/drawing/2014/main" id="{A50E605C-AD7C-E8C1-6B11-32397C732CE9}"/>
                </a:ext>
              </a:extLst>
            </p:cNvPr>
            <p:cNvCxnSpPr/>
            <p:nvPr/>
          </p:nvCxnSpPr>
          <p:spPr>
            <a:xfrm flipH="1">
              <a:off x="2116719" y="4249500"/>
              <a:ext cx="76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Rectangle 54">
            <a:extLst>
              <a:ext uri="{FF2B5EF4-FFF2-40B4-BE49-F238E27FC236}">
                <a16:creationId xmlns:a16="http://schemas.microsoft.com/office/drawing/2014/main" id="{B5EBBB8E-08C4-91C1-886D-C339ECDDF288}"/>
              </a:ext>
            </a:extLst>
          </p:cNvPr>
          <p:cNvSpPr/>
          <p:nvPr/>
        </p:nvSpPr>
        <p:spPr>
          <a:xfrm>
            <a:off x="5261386" y="5419872"/>
            <a:ext cx="1539775" cy="55268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767B0010-A916-2712-59A6-4B3CF4DABD23}"/>
              </a:ext>
            </a:extLst>
          </p:cNvPr>
          <p:cNvSpPr txBox="1"/>
          <p:nvPr/>
        </p:nvSpPr>
        <p:spPr>
          <a:xfrm>
            <a:off x="1177270" y="3016670"/>
            <a:ext cx="54864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Compare with the given Transfer Function:</a:t>
            </a:r>
            <a:endParaRPr lang="en-IN" sz="2000" dirty="0">
              <a:latin typeface="Times New Roman" panose="02020603050405020304" pitchFamily="18" charset="0"/>
              <a:cs typeface="Times New Roman" panose="02020603050405020304" pitchFamily="18" charset="0"/>
            </a:endParaRPr>
          </a:p>
        </p:txBody>
      </p:sp>
      <p:grpSp>
        <p:nvGrpSpPr>
          <p:cNvPr id="57" name="Group 56">
            <a:extLst>
              <a:ext uri="{FF2B5EF4-FFF2-40B4-BE49-F238E27FC236}">
                <a16:creationId xmlns:a16="http://schemas.microsoft.com/office/drawing/2014/main" id="{67F133A3-92EF-51D9-BDC0-8D5E1C26BA08}"/>
              </a:ext>
            </a:extLst>
          </p:cNvPr>
          <p:cNvGrpSpPr/>
          <p:nvPr/>
        </p:nvGrpSpPr>
        <p:grpSpPr>
          <a:xfrm>
            <a:off x="1729235" y="3765105"/>
            <a:ext cx="8607381" cy="896551"/>
            <a:chOff x="1510336" y="1222383"/>
            <a:chExt cx="8607381" cy="896551"/>
          </a:xfrm>
        </p:grpSpPr>
        <p:grpSp>
          <p:nvGrpSpPr>
            <p:cNvPr id="58" name="Group 57">
              <a:extLst>
                <a:ext uri="{FF2B5EF4-FFF2-40B4-BE49-F238E27FC236}">
                  <a16:creationId xmlns:a16="http://schemas.microsoft.com/office/drawing/2014/main" id="{25E65ADB-1792-9D88-B42C-4E77F07E9588}"/>
                </a:ext>
              </a:extLst>
            </p:cNvPr>
            <p:cNvGrpSpPr/>
            <p:nvPr/>
          </p:nvGrpSpPr>
          <p:grpSpPr>
            <a:xfrm>
              <a:off x="1510336" y="1238149"/>
              <a:ext cx="4073985" cy="880785"/>
              <a:chOff x="1585119" y="2813565"/>
              <a:chExt cx="4073985" cy="880785"/>
            </a:xfrm>
          </p:grpSpPr>
          <p:grpSp>
            <p:nvGrpSpPr>
              <p:cNvPr id="67" name="Group 66">
                <a:extLst>
                  <a:ext uri="{FF2B5EF4-FFF2-40B4-BE49-F238E27FC236}">
                    <a16:creationId xmlns:a16="http://schemas.microsoft.com/office/drawing/2014/main" id="{CC518548-EAA4-C4F8-B1F3-96A6EFFF97C0}"/>
                  </a:ext>
                </a:extLst>
              </p:cNvPr>
              <p:cNvGrpSpPr/>
              <p:nvPr/>
            </p:nvGrpSpPr>
            <p:grpSpPr>
              <a:xfrm>
                <a:off x="1585119" y="2813565"/>
                <a:ext cx="3888000" cy="605294"/>
                <a:chOff x="8824119" y="3701590"/>
                <a:chExt cx="3888000" cy="605294"/>
              </a:xfrm>
            </p:grpSpPr>
            <p:cxnSp>
              <p:nvCxnSpPr>
                <p:cNvPr id="70" name="Straight Arrow Connector 69">
                  <a:extLst>
                    <a:ext uri="{FF2B5EF4-FFF2-40B4-BE49-F238E27FC236}">
                      <a16:creationId xmlns:a16="http://schemas.microsoft.com/office/drawing/2014/main" id="{F88CB975-87D2-5A8B-1C47-B5A508794601}"/>
                    </a:ext>
                  </a:extLst>
                </p:cNvPr>
                <p:cNvCxnSpPr>
                  <a:cxnSpLocks/>
                </p:cNvCxnSpPr>
                <p:nvPr/>
              </p:nvCxnSpPr>
              <p:spPr>
                <a:xfrm>
                  <a:off x="8824119" y="4143578"/>
                  <a:ext cx="388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01B724DB-09C7-86F2-69B7-8DB8DB71A23C}"/>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72" name="TextBox 71">
                  <a:extLst>
                    <a:ext uri="{FF2B5EF4-FFF2-40B4-BE49-F238E27FC236}">
                      <a16:creationId xmlns:a16="http://schemas.microsoft.com/office/drawing/2014/main" id="{556AFE7E-EDE9-357C-911B-BF1BCE96A5A5}"/>
                    </a:ext>
                  </a:extLst>
                </p:cNvPr>
                <p:cNvSpPr txBox="1"/>
                <p:nvPr/>
              </p:nvSpPr>
              <p:spPr>
                <a:xfrm>
                  <a:off x="9052720" y="3708427"/>
                  <a:ext cx="94961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
            <p:nvSpPr>
              <p:cNvPr id="68" name="TextBox 67">
                <a:extLst>
                  <a:ext uri="{FF2B5EF4-FFF2-40B4-BE49-F238E27FC236}">
                    <a16:creationId xmlns:a16="http://schemas.microsoft.com/office/drawing/2014/main" id="{5D572D8D-1F96-99BC-3C97-A1C52B9DBBC4}"/>
                  </a:ext>
                </a:extLst>
              </p:cNvPr>
              <p:cNvSpPr txBox="1"/>
              <p:nvPr/>
            </p:nvSpPr>
            <p:spPr>
              <a:xfrm>
                <a:off x="1661320" y="3317888"/>
                <a:ext cx="3198982"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 + G</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2</a:t>
                </a:r>
                <a:endParaRPr lang="en-IN" baseline="-25000" dirty="0"/>
              </a:p>
            </p:txBody>
          </p:sp>
          <p:sp>
            <p:nvSpPr>
              <p:cNvPr id="69" name="TextBox 68">
                <a:extLst>
                  <a:ext uri="{FF2B5EF4-FFF2-40B4-BE49-F238E27FC236}">
                    <a16:creationId xmlns:a16="http://schemas.microsoft.com/office/drawing/2014/main" id="{A76F112F-F640-69E9-1311-B852BB98A6A4}"/>
                  </a:ext>
                </a:extLst>
              </p:cNvPr>
              <p:cNvSpPr txBox="1"/>
              <p:nvPr/>
            </p:nvSpPr>
            <p:spPr>
              <a:xfrm>
                <a:off x="4373425" y="3294240"/>
                <a:ext cx="1285679" cy="400110"/>
              </a:xfrm>
              <a:prstGeom prst="rect">
                <a:avLst/>
              </a:prstGeom>
              <a:noFill/>
            </p:spPr>
            <p:txBody>
              <a:bodyPr wrap="square" rtlCol="0">
                <a:spAutoFit/>
              </a:bodyPr>
              <a:lstStyle/>
              <a:p>
                <a:r>
                  <a:rPr lang="en-US" sz="2000"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 </a:t>
                </a:r>
                <a:endParaRPr lang="en-IN" sz="2000" baseline="-25000" dirty="0">
                  <a:latin typeface="Times New Roman" panose="02020603050405020304" pitchFamily="18" charset="0"/>
                  <a:cs typeface="Times New Roman" panose="02020603050405020304" pitchFamily="18" charset="0"/>
                </a:endParaRPr>
              </a:p>
            </p:txBody>
          </p:sp>
        </p:grpSp>
        <p:sp>
          <p:nvSpPr>
            <p:cNvPr id="59" name="TextBox 58">
              <a:extLst>
                <a:ext uri="{FF2B5EF4-FFF2-40B4-BE49-F238E27FC236}">
                  <a16:creationId xmlns:a16="http://schemas.microsoft.com/office/drawing/2014/main" id="{B64644EA-9C6F-E781-445E-549E1865624F}"/>
                </a:ext>
              </a:extLst>
            </p:cNvPr>
            <p:cNvSpPr txBox="1"/>
            <p:nvPr/>
          </p:nvSpPr>
          <p:spPr>
            <a:xfrm>
              <a:off x="5633164" y="1485207"/>
              <a:ext cx="484693"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grpSp>
          <p:nvGrpSpPr>
            <p:cNvPr id="60" name="Group 59">
              <a:extLst>
                <a:ext uri="{FF2B5EF4-FFF2-40B4-BE49-F238E27FC236}">
                  <a16:creationId xmlns:a16="http://schemas.microsoft.com/office/drawing/2014/main" id="{F78B3966-5134-AA5B-9978-95D2587A32FB}"/>
                </a:ext>
              </a:extLst>
            </p:cNvPr>
            <p:cNvGrpSpPr/>
            <p:nvPr/>
          </p:nvGrpSpPr>
          <p:grpSpPr>
            <a:xfrm>
              <a:off x="6043732" y="1222383"/>
              <a:ext cx="4073985" cy="880785"/>
              <a:chOff x="1585119" y="2813565"/>
              <a:chExt cx="4073985" cy="880785"/>
            </a:xfrm>
          </p:grpSpPr>
          <p:grpSp>
            <p:nvGrpSpPr>
              <p:cNvPr id="61" name="Group 60">
                <a:extLst>
                  <a:ext uri="{FF2B5EF4-FFF2-40B4-BE49-F238E27FC236}">
                    <a16:creationId xmlns:a16="http://schemas.microsoft.com/office/drawing/2014/main" id="{C88F2515-A8B0-7DB7-8B97-90A5B4335309}"/>
                  </a:ext>
                </a:extLst>
              </p:cNvPr>
              <p:cNvGrpSpPr/>
              <p:nvPr/>
            </p:nvGrpSpPr>
            <p:grpSpPr>
              <a:xfrm>
                <a:off x="1585119" y="2813565"/>
                <a:ext cx="3888000" cy="605294"/>
                <a:chOff x="8824119" y="3701590"/>
                <a:chExt cx="3888000" cy="605294"/>
              </a:xfrm>
            </p:grpSpPr>
            <p:cxnSp>
              <p:nvCxnSpPr>
                <p:cNvPr id="64" name="Straight Arrow Connector 63">
                  <a:extLst>
                    <a:ext uri="{FF2B5EF4-FFF2-40B4-BE49-F238E27FC236}">
                      <a16:creationId xmlns:a16="http://schemas.microsoft.com/office/drawing/2014/main" id="{A268852E-1234-AB37-DFAE-FF52142A15B6}"/>
                    </a:ext>
                  </a:extLst>
                </p:cNvPr>
                <p:cNvCxnSpPr>
                  <a:cxnSpLocks/>
                </p:cNvCxnSpPr>
                <p:nvPr/>
              </p:nvCxnSpPr>
              <p:spPr>
                <a:xfrm>
                  <a:off x="8824119" y="4143578"/>
                  <a:ext cx="3888000"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4CD0BE01-8A8D-5C6F-D56D-D88954D5E7D8}"/>
                    </a:ext>
                  </a:extLst>
                </p:cNvPr>
                <p:cNvSpPr txBox="1"/>
                <p:nvPr/>
              </p:nvSpPr>
              <p:spPr>
                <a:xfrm>
                  <a:off x="9698116" y="3701590"/>
                  <a:ext cx="870832" cy="60529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a:t>
                  </a:r>
                  <a:endParaRPr lang="en-IN" sz="2000" baseline="-25000" dirty="0">
                    <a:latin typeface="Times New Roman" panose="02020603050405020304" pitchFamily="18" charset="0"/>
                    <a:cs typeface="Times New Roman" panose="02020603050405020304" pitchFamily="18" charset="0"/>
                  </a:endParaRPr>
                </a:p>
                <a:p>
                  <a:endParaRPr lang="en-IN" sz="2000" baseline="-25000"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C1384856-86A9-D83A-B6A8-FAA0813E562A}"/>
                    </a:ext>
                  </a:extLst>
                </p:cNvPr>
                <p:cNvSpPr txBox="1"/>
                <p:nvPr/>
              </p:nvSpPr>
              <p:spPr>
                <a:xfrm>
                  <a:off x="9052720" y="3708427"/>
                  <a:ext cx="94961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G</a:t>
                  </a:r>
                  <a:r>
                    <a:rPr lang="en-US"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p:txBody>
            </p:sp>
          </p:grpSp>
          <p:sp>
            <p:nvSpPr>
              <p:cNvPr id="62" name="TextBox 61">
                <a:extLst>
                  <a:ext uri="{FF2B5EF4-FFF2-40B4-BE49-F238E27FC236}">
                    <a16:creationId xmlns:a16="http://schemas.microsoft.com/office/drawing/2014/main" id="{CA072392-D05C-88B8-7E30-9E16A6A1991E}"/>
                  </a:ext>
                </a:extLst>
              </p:cNvPr>
              <p:cNvSpPr txBox="1"/>
              <p:nvPr/>
            </p:nvSpPr>
            <p:spPr>
              <a:xfrm>
                <a:off x="1661320" y="3317888"/>
                <a:ext cx="3198982" cy="369332"/>
              </a:xfrm>
              <a:prstGeom prst="rect">
                <a:avLst/>
              </a:prstGeom>
              <a:noFill/>
            </p:spPr>
            <p:txBody>
              <a:bodyPr wrap="square" rtlCol="0">
                <a:spAutoFit/>
              </a:bodyPr>
              <a:lstStyle/>
              <a:p>
                <a:r>
                  <a:rPr lang="en-US" dirty="0"/>
                  <a:t>1 -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H</a:t>
                </a:r>
                <a:r>
                  <a:rPr lang="en-US"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G</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dirty="0">
                    <a:solidFill>
                      <a:srgbClr val="C00000"/>
                    </a:solidFill>
                    <a:latin typeface="Times New Roman" panose="02020603050405020304" pitchFamily="18" charset="0"/>
                    <a:cs typeface="Times New Roman" panose="02020603050405020304" pitchFamily="18" charset="0"/>
                  </a:rPr>
                  <a:t>H</a:t>
                </a:r>
                <a:r>
                  <a:rPr lang="en-US" baseline="-25000" dirty="0">
                    <a:solidFill>
                      <a:srgbClr val="C00000"/>
                    </a:solidFill>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G</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2</a:t>
                </a:r>
                <a:endParaRPr lang="en-IN" baseline="-25000" dirty="0"/>
              </a:p>
            </p:txBody>
          </p:sp>
          <p:sp>
            <p:nvSpPr>
              <p:cNvPr id="63" name="TextBox 62">
                <a:extLst>
                  <a:ext uri="{FF2B5EF4-FFF2-40B4-BE49-F238E27FC236}">
                    <a16:creationId xmlns:a16="http://schemas.microsoft.com/office/drawing/2014/main" id="{ECA3BDDF-A9A0-D5CC-710A-2289E1AF46AC}"/>
                  </a:ext>
                </a:extLst>
              </p:cNvPr>
              <p:cNvSpPr txBox="1"/>
              <p:nvPr/>
            </p:nvSpPr>
            <p:spPr>
              <a:xfrm>
                <a:off x="4373425" y="3294240"/>
                <a:ext cx="1285679" cy="400110"/>
              </a:xfrm>
              <a:prstGeom prst="rect">
                <a:avLst/>
              </a:prstGeom>
              <a:noFill/>
            </p:spPr>
            <p:txBody>
              <a:bodyPr wrap="square" rtlCol="0">
                <a:spAutoFit/>
              </a:bodyPr>
              <a:lstStyle/>
              <a:p>
                <a:r>
                  <a:rPr lang="en-US" sz="2000"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G</a:t>
                </a:r>
                <a:r>
                  <a:rPr lang="en-US" sz="2000" baseline="-25000"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 </a:t>
                </a:r>
                <a:endParaRPr lang="en-IN" sz="2000" baseline="-25000" dirty="0">
                  <a:latin typeface="Times New Roman" panose="02020603050405020304" pitchFamily="18" charset="0"/>
                  <a:cs typeface="Times New Roman" panose="02020603050405020304" pitchFamily="18" charset="0"/>
                </a:endParaRPr>
              </a:p>
            </p:txBody>
          </p:sp>
        </p:grpSp>
      </p:grpSp>
      <p:sp>
        <p:nvSpPr>
          <p:cNvPr id="73" name="TextBox 72">
            <a:extLst>
              <a:ext uri="{FF2B5EF4-FFF2-40B4-BE49-F238E27FC236}">
                <a16:creationId xmlns:a16="http://schemas.microsoft.com/office/drawing/2014/main" id="{A117594B-A8CC-82E3-CB6D-235EA2A3C495}"/>
              </a:ext>
            </a:extLst>
          </p:cNvPr>
          <p:cNvSpPr txBox="1"/>
          <p:nvPr/>
        </p:nvSpPr>
        <p:spPr>
          <a:xfrm>
            <a:off x="5353361" y="5517537"/>
            <a:ext cx="14478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X = H</a:t>
            </a:r>
            <a:r>
              <a:rPr lang="en-IN" baseline="-25000" dirty="0">
                <a:latin typeface="Times New Roman" panose="02020603050405020304" pitchFamily="18" charset="0"/>
                <a:cs typeface="Times New Roman" panose="02020603050405020304" pitchFamily="18" charset="0"/>
              </a:rPr>
              <a:t>2</a:t>
            </a:r>
            <a:endParaRPr lang="en-IN" baseline="-25000" dirty="0"/>
          </a:p>
        </p:txBody>
      </p:sp>
    </p:spTree>
    <p:extLst>
      <p:ext uri="{BB962C8B-B14F-4D97-AF65-F5344CB8AC3E}">
        <p14:creationId xmlns:p14="http://schemas.microsoft.com/office/powerpoint/2010/main" val="2231199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F7285-9F84-A2ED-4D1C-3927BB4E01D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3B64849E-66C3-89F3-18E9-7D8D6EF16D34}"/>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C899A0AD-423D-A9DE-2DA3-207357E100BA}"/>
              </a:ext>
            </a:extLst>
          </p:cNvPr>
          <p:cNvSpPr>
            <a:spLocks noGrp="1"/>
          </p:cNvSpPr>
          <p:nvPr>
            <p:ph type="sldNum" sz="quarter" idx="12"/>
          </p:nvPr>
        </p:nvSpPr>
        <p:spPr/>
        <p:txBody>
          <a:bodyPr/>
          <a:lstStyle/>
          <a:p>
            <a:fld id="{DFFB4172-2071-4B6D-9A3C-0848A49D4CBF}" type="slidenum">
              <a:rPr lang="en-US" smtClean="0"/>
              <a:pPr/>
              <a:t>40</a:t>
            </a:fld>
            <a:endParaRPr lang="en-US"/>
          </a:p>
        </p:txBody>
      </p:sp>
      <p:pic>
        <p:nvPicPr>
          <p:cNvPr id="2052" name="Picture 4" descr="Thank You GIF - Thank You - Discover &amp; Share GIFs">
            <a:extLst>
              <a:ext uri="{FF2B5EF4-FFF2-40B4-BE49-F238E27FC236}">
                <a16:creationId xmlns:a16="http://schemas.microsoft.com/office/drawing/2014/main" id="{09107610-9A56-BCB3-7246-0C39AC4D60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9381" y="638613"/>
            <a:ext cx="6172200" cy="5207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4864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5E098-8345-B213-60FF-57B7CE11781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9039716-55E4-4180-5AD8-DB9A9174FEFF}"/>
              </a:ext>
            </a:extLst>
          </p:cNvPr>
          <p:cNvSpPr>
            <a:spLocks noGrp="1"/>
          </p:cNvSpPr>
          <p:nvPr>
            <p:ph type="ftr" sz="quarter" idx="11"/>
          </p:nvPr>
        </p:nvSpPr>
        <p:spPr/>
        <p:txBody>
          <a:bodyPr/>
          <a:lstStyle/>
          <a:p>
            <a:r>
              <a:rPr lang="en-US" dirty="0">
                <a:solidFill>
                  <a:schemeClr val="tx1"/>
                </a:solidFill>
              </a:rPr>
              <a:t>SYED HASAN SAEED</a:t>
            </a:r>
          </a:p>
        </p:txBody>
      </p:sp>
      <p:sp>
        <p:nvSpPr>
          <p:cNvPr id="5" name="Slide Number Placeholder 4">
            <a:extLst>
              <a:ext uri="{FF2B5EF4-FFF2-40B4-BE49-F238E27FC236}">
                <a16:creationId xmlns:a16="http://schemas.microsoft.com/office/drawing/2014/main" id="{872DCDE7-394A-D483-0CC2-4C3B9D10DB0D}"/>
              </a:ext>
            </a:extLst>
          </p:cNvPr>
          <p:cNvSpPr>
            <a:spLocks noGrp="1"/>
          </p:cNvSpPr>
          <p:nvPr>
            <p:ph type="sldNum" sz="quarter" idx="12"/>
          </p:nvPr>
        </p:nvSpPr>
        <p:spPr/>
        <p:txBody>
          <a:bodyPr/>
          <a:lstStyle/>
          <a:p>
            <a:fld id="{DFFB4172-2071-4B6D-9A3C-0848A49D4CBF}" type="slidenum">
              <a:rPr lang="en-US" smtClean="0"/>
              <a:pPr/>
              <a:t>41</a:t>
            </a:fld>
            <a:endParaRPr lang="en-US"/>
          </a:p>
        </p:txBody>
      </p:sp>
    </p:spTree>
    <p:extLst>
      <p:ext uri="{BB962C8B-B14F-4D97-AF65-F5344CB8AC3E}">
        <p14:creationId xmlns:p14="http://schemas.microsoft.com/office/powerpoint/2010/main" val="2255728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1036</TotalTime>
  <Words>1907</Words>
  <Application>Microsoft Office PowerPoint</Application>
  <PresentationFormat>Custom</PresentationFormat>
  <Paragraphs>662</Paragraphs>
  <Slides>41</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9" baseType="lpstr">
      <vt:lpstr>Arial</vt:lpstr>
      <vt:lpstr>Calibri</vt:lpstr>
      <vt:lpstr>Cambria Math</vt:lpstr>
      <vt:lpstr>Tahoma</vt:lpstr>
      <vt:lpstr>Times New Roman</vt:lpstr>
      <vt:lpstr>Wingdings</vt:lpstr>
      <vt:lpstr>Office Theme</vt:lpstr>
      <vt:lpstr>Equation</vt:lpstr>
      <vt:lpstr>PowerPoint Presentation</vt:lpstr>
      <vt:lpstr>BOOKS</vt:lpstr>
      <vt:lpstr>OUTLINE</vt:lpstr>
      <vt:lpstr>BLOCK DIAGRAM REPRESENTATION</vt:lpstr>
      <vt:lpstr>PowerPoint Presentation</vt:lpstr>
      <vt:lpstr>PowerPoint Presentation</vt:lpstr>
      <vt:lpstr>PowerPoint Presentation</vt:lpstr>
      <vt:lpstr>PowerPoint Presentation</vt:lpstr>
      <vt:lpstr>PowerPoint Presentation</vt:lpstr>
      <vt:lpstr>BLOCK DIAGRAM OF A CLOSED LOOP SYSTEM</vt:lpstr>
      <vt:lpstr>PowerPoint Presentation</vt:lpstr>
      <vt:lpstr>PowerPoint Presentation</vt:lpstr>
      <vt:lpstr>PowerPoint Presentation</vt:lpstr>
      <vt:lpstr>PowerPoint Presentation</vt:lpstr>
      <vt:lpstr>HOW TO DRAW BLOCK DIAGRAM ?</vt:lpstr>
      <vt:lpstr>PowerPoint Presentation</vt:lpstr>
      <vt:lpstr>PowerPoint Presentation</vt:lpstr>
      <vt:lpstr>PowerPoint Presentation</vt:lpstr>
      <vt:lpstr>PowerPoint Presentation</vt:lpstr>
      <vt:lpstr>BLOCK DIAGRAM REDUCTION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Mohammed</dc:creator>
  <cp:lastModifiedBy>hasansaeedcontrol@gmail.com</cp:lastModifiedBy>
  <cp:revision>112</cp:revision>
  <dcterms:created xsi:type="dcterms:W3CDTF">2015-07-01T11:05:50Z</dcterms:created>
  <dcterms:modified xsi:type="dcterms:W3CDTF">2026-06-09T10:49:50Z</dcterms:modified>
</cp:coreProperties>
</file>